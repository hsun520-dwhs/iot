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HSU6QbY7K6u7OX9YJxLGzh79t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5" name="Google Shape;95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" name="Google Shape;102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8" name="Google Shape;108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3" name="Google Shape;113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0" name="Google Shape;120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4" name="Google Shape;134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1" name="Google Shape;141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3" name="Google Shape;153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0" name="Google Shape;160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7" name="Google Shape;167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6" name="Google Shape;176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6" name="Google Shape;186;p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5" name="Google Shape;195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9" name="Google Shape;209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8" name="Google Shape;218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1" name="Google Shape;231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0" name="Google Shape;240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0" name="Google Shape;250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-2">
  <p:cSld name="Title Only-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0"/>
          <p:cNvSpPr txBox="1"/>
          <p:nvPr>
            <p:ph type="title"/>
          </p:nvPr>
        </p:nvSpPr>
        <p:spPr>
          <a:xfrm>
            <a:off x="609600" y="227687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4800"/>
              <a:buFont typeface="Microsoft JhengHei"/>
              <a:buNone/>
              <a:defRPr b="1" sz="4800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Google Shape;23;p90"/>
          <p:cNvSpPr txBox="1"/>
          <p:nvPr/>
        </p:nvSpPr>
        <p:spPr>
          <a:xfrm>
            <a:off x="623397" y="1604798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0"/>
          <p:cNvSpPr txBox="1"/>
          <p:nvPr>
            <p:ph idx="1" type="body"/>
          </p:nvPr>
        </p:nvSpPr>
        <p:spPr>
          <a:xfrm>
            <a:off x="2681684" y="3479512"/>
            <a:ext cx="6828632" cy="429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9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2"/>
          <p:cNvSpPr txBox="1"/>
          <p:nvPr>
            <p:ph type="ctrTitle"/>
          </p:nvPr>
        </p:nvSpPr>
        <p:spPr>
          <a:xfrm>
            <a:off x="914400" y="177281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6000"/>
              <a:buFont typeface="Microsoft JhengHei"/>
              <a:buNone/>
              <a:defRPr b="1" sz="6000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2"/>
          <p:cNvSpPr txBox="1"/>
          <p:nvPr>
            <p:ph idx="1" type="subTitle"/>
          </p:nvPr>
        </p:nvSpPr>
        <p:spPr>
          <a:xfrm>
            <a:off x="4055224" y="4231177"/>
            <a:ext cx="4081549" cy="623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9A9A9A"/>
              </a:buClr>
              <a:buSzPts val="1600"/>
              <a:buNone/>
              <a:defRPr>
                <a:solidFill>
                  <a:srgbClr val="9A9A9A"/>
                </a:solidFill>
              </a:defRPr>
            </a:lvl2pPr>
            <a:lvl3pPr lvl="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9A9A9A"/>
              </a:buClr>
              <a:buSzPts val="1467"/>
              <a:buNone/>
              <a:defRPr>
                <a:solidFill>
                  <a:srgbClr val="9A9A9A"/>
                </a:solidFill>
              </a:defRPr>
            </a:lvl3pPr>
            <a:lvl4pPr lvl="3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9pPr>
          </a:lstStyle>
          <a:p/>
        </p:txBody>
      </p:sp>
      <p:sp>
        <p:nvSpPr>
          <p:cNvPr id="34" name="Google Shape;34;p92"/>
          <p:cNvSpPr txBox="1"/>
          <p:nvPr>
            <p:ph idx="2" type="body"/>
          </p:nvPr>
        </p:nvSpPr>
        <p:spPr>
          <a:xfrm>
            <a:off x="2724582" y="3438663"/>
            <a:ext cx="6742832" cy="429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-2">
  <p:cSld name="Title Slide-2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3"/>
          <p:cNvSpPr/>
          <p:nvPr>
            <p:ph idx="2" type="pic"/>
          </p:nvPr>
        </p:nvSpPr>
        <p:spPr>
          <a:xfrm>
            <a:off x="0" y="0"/>
            <a:ext cx="12192000" cy="5445224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93"/>
          <p:cNvSpPr txBox="1"/>
          <p:nvPr>
            <p:ph idx="1" type="subTitle"/>
          </p:nvPr>
        </p:nvSpPr>
        <p:spPr>
          <a:xfrm>
            <a:off x="4055225" y="5733256"/>
            <a:ext cx="4081549" cy="623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9A9A9A"/>
              </a:buClr>
              <a:buSzPts val="1600"/>
              <a:buNone/>
              <a:defRPr>
                <a:solidFill>
                  <a:srgbClr val="9A9A9A"/>
                </a:solidFill>
              </a:defRPr>
            </a:lvl2pPr>
            <a:lvl3pPr lvl="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9A9A9A"/>
              </a:buClr>
              <a:buSzPts val="1467"/>
              <a:buNone/>
              <a:defRPr>
                <a:solidFill>
                  <a:srgbClr val="9A9A9A"/>
                </a:solidFill>
              </a:defRPr>
            </a:lvl3pPr>
            <a:lvl4pPr lvl="3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e">
  <p:cSld name="introduc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4"/>
          <p:cNvSpPr txBox="1"/>
          <p:nvPr>
            <p:ph type="title"/>
          </p:nvPr>
        </p:nvSpPr>
        <p:spPr>
          <a:xfrm>
            <a:off x="506026" y="3127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b="1" sz="3600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" name="Google Shape;43;p94"/>
          <p:cNvSpPr txBox="1"/>
          <p:nvPr>
            <p:ph idx="1" type="body"/>
          </p:nvPr>
        </p:nvSpPr>
        <p:spPr>
          <a:xfrm>
            <a:off x="1384907" y="4293096"/>
            <a:ext cx="2063578" cy="509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C5C5C"/>
              </a:buClr>
              <a:buSzPts val="2800"/>
              <a:buNone/>
              <a:defRPr b="1" sz="2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4"/>
          <p:cNvSpPr txBox="1"/>
          <p:nvPr>
            <p:ph idx="2" type="body"/>
          </p:nvPr>
        </p:nvSpPr>
        <p:spPr>
          <a:xfrm>
            <a:off x="4511824" y="1819064"/>
            <a:ext cx="6552728" cy="182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  <a:defRPr b="1"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55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54545"/>
              </a:buClr>
              <a:buSzPts val="2000"/>
              <a:buChar char="–"/>
              <a:defRPr sz="2000">
                <a:solidFill>
                  <a:srgbClr val="45454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94"/>
          <p:cNvSpPr/>
          <p:nvPr>
            <p:ph idx="3" type="pic"/>
          </p:nvPr>
        </p:nvSpPr>
        <p:spPr>
          <a:xfrm>
            <a:off x="1113656" y="1628770"/>
            <a:ext cx="2606080" cy="2540658"/>
          </a:xfrm>
          <a:prstGeom prst="ellipse">
            <a:avLst/>
          </a:prstGeom>
          <a:noFill/>
          <a:ln>
            <a:noFill/>
          </a:ln>
        </p:spPr>
      </p:sp>
      <p:sp>
        <p:nvSpPr>
          <p:cNvPr id="46" name="Google Shape;46;p94"/>
          <p:cNvSpPr txBox="1"/>
          <p:nvPr>
            <p:ph idx="4" type="body"/>
          </p:nvPr>
        </p:nvSpPr>
        <p:spPr>
          <a:xfrm>
            <a:off x="1384907" y="4802767"/>
            <a:ext cx="2063578" cy="509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E7E7E"/>
              </a:buClr>
              <a:buSzPts val="2400"/>
              <a:buNone/>
              <a:defRPr b="1" sz="2400">
                <a:solidFill>
                  <a:srgbClr val="7E7E7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4"/>
          <p:cNvSpPr txBox="1"/>
          <p:nvPr>
            <p:ph idx="5" type="body"/>
          </p:nvPr>
        </p:nvSpPr>
        <p:spPr>
          <a:xfrm>
            <a:off x="4511824" y="3717032"/>
            <a:ext cx="6552728" cy="182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  <a:defRPr b="1"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55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54545"/>
              </a:buClr>
              <a:buSzPts val="2000"/>
              <a:buChar char="–"/>
              <a:defRPr sz="2000">
                <a:solidFill>
                  <a:srgbClr val="45454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5"/>
          <p:cNvSpPr txBox="1"/>
          <p:nvPr>
            <p:ph idx="1" type="body"/>
          </p:nvPr>
        </p:nvSpPr>
        <p:spPr>
          <a:xfrm>
            <a:off x="695400" y="1628800"/>
            <a:ext cx="10887000" cy="4137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b="0"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algn="l">
              <a:lnSpc>
                <a:spcPct val="177777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556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30200" lvl="3" marL="18288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317500" lvl="4" marL="22860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3" name="Google Shape;53;p95"/>
          <p:cNvSpPr txBox="1"/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b="1" sz="3600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6"/>
          <p:cNvSpPr txBox="1"/>
          <p:nvPr>
            <p:ph idx="1" type="body"/>
          </p:nvPr>
        </p:nvSpPr>
        <p:spPr>
          <a:xfrm>
            <a:off x="609603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b="0"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A5A5A5"/>
              </a:buClr>
              <a:buSzPts val="2667"/>
              <a:buNone/>
              <a:defRPr b="1" sz="2667"/>
            </a:lvl2pPr>
            <a:lvl3pPr indent="-2286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b="1" sz="2133"/>
            </a:lvl4pPr>
            <a:lvl5pPr indent="-228600" lvl="4" marL="22860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b="1" sz="2133"/>
            </a:lvl5pPr>
            <a:lvl6pPr indent="-228600" lvl="5" marL="2743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56" name="Google Shape;56;p96"/>
          <p:cNvSpPr txBox="1"/>
          <p:nvPr>
            <p:ph idx="2" type="body"/>
          </p:nvPr>
        </p:nvSpPr>
        <p:spPr>
          <a:xfrm>
            <a:off x="609603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algn="l">
              <a:lnSpc>
                <a:spcPct val="155555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30200" lvl="2" marL="1371600" algn="l">
              <a:lnSpc>
                <a:spcPct val="1750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•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04800" lvl="3" marL="1828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–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304800" lvl="4" marL="22860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»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64045" lvl="5" marL="2743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57" name="Google Shape;57;p96"/>
          <p:cNvSpPr txBox="1"/>
          <p:nvPr>
            <p:ph idx="3" type="body"/>
          </p:nvPr>
        </p:nvSpPr>
        <p:spPr>
          <a:xfrm>
            <a:off x="6193373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b="0"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228600" lvl="1" marL="9144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A5A5A5"/>
              </a:buClr>
              <a:buSzPts val="2667"/>
              <a:buNone/>
              <a:defRPr b="1" sz="2667"/>
            </a:lvl2pPr>
            <a:lvl3pPr indent="-2286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b="1" sz="2133"/>
            </a:lvl4pPr>
            <a:lvl5pPr indent="-228600" lvl="4" marL="22860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b="1" sz="2133"/>
            </a:lvl5pPr>
            <a:lvl6pPr indent="-228600" lvl="5" marL="2743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58" name="Google Shape;58;p9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1" name="Google Shape;61;p96"/>
          <p:cNvSpPr txBox="1"/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b="1" sz="3600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6"/>
          <p:cNvSpPr txBox="1"/>
          <p:nvPr>
            <p:ph idx="4" type="body"/>
          </p:nvPr>
        </p:nvSpPr>
        <p:spPr>
          <a:xfrm>
            <a:off x="6195480" y="2210330"/>
            <a:ext cx="5386917" cy="3915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algn="l">
              <a:lnSpc>
                <a:spcPct val="155555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30200" lvl="2" marL="1371600" algn="l">
              <a:lnSpc>
                <a:spcPct val="1750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•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04800" lvl="3" marL="1828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–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304800" lvl="4" marL="22860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»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64045" lvl="5" marL="2743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7"/>
          <p:cNvSpPr txBox="1"/>
          <p:nvPr>
            <p:ph idx="1" type="body"/>
          </p:nvPr>
        </p:nvSpPr>
        <p:spPr>
          <a:xfrm>
            <a:off x="609600" y="1628800"/>
            <a:ext cx="5846440" cy="223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b="0"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55600" lvl="1" marL="91440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42900" lvl="2" marL="1371600" algn="l">
              <a:lnSpc>
                <a:spcPct val="166666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•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30200" lvl="3" marL="18288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317500" lvl="4" marL="22860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9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8" name="Google Shape;68;p97"/>
          <p:cNvSpPr txBox="1"/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b="1" sz="3600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7"/>
          <p:cNvSpPr/>
          <p:nvPr>
            <p:ph idx="2" type="pic"/>
          </p:nvPr>
        </p:nvSpPr>
        <p:spPr>
          <a:xfrm>
            <a:off x="7248128" y="1700807"/>
            <a:ext cx="4032448" cy="3839549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97"/>
          <p:cNvSpPr txBox="1"/>
          <p:nvPr>
            <p:ph idx="3" type="body"/>
          </p:nvPr>
        </p:nvSpPr>
        <p:spPr>
          <a:xfrm>
            <a:off x="609600" y="3933056"/>
            <a:ext cx="5846440" cy="223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b="0"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55600" lvl="1" marL="91440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42900" lvl="2" marL="1371600" algn="l">
              <a:lnSpc>
                <a:spcPct val="166666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•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30200" lvl="3" marL="18288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317500" lvl="4" marL="22860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7"/>
          <p:cNvSpPr txBox="1"/>
          <p:nvPr>
            <p:ph idx="4" type="body"/>
          </p:nvPr>
        </p:nvSpPr>
        <p:spPr>
          <a:xfrm>
            <a:off x="7896200" y="5540357"/>
            <a:ext cx="29661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indent="-228600" lvl="2" marL="1371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None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8"/>
          <p:cNvSpPr txBox="1"/>
          <p:nvPr>
            <p:ph idx="1" type="body"/>
          </p:nvPr>
        </p:nvSpPr>
        <p:spPr>
          <a:xfrm>
            <a:off x="609600" y="1796819"/>
            <a:ext cx="8006680" cy="912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5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b="0"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55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556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42900" lvl="3" marL="1828800" algn="l">
              <a:lnSpc>
                <a:spcPct val="166666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330200" lvl="4" marL="22860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»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98"/>
          <p:cNvSpPr txBox="1"/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b="1" sz="3600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8"/>
          <p:cNvSpPr/>
          <p:nvPr>
            <p:ph idx="2" type="pic"/>
          </p:nvPr>
        </p:nvSpPr>
        <p:spPr>
          <a:xfrm>
            <a:off x="2783632" y="2852936"/>
            <a:ext cx="6480720" cy="315321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Google Shape;76;p9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自訂版面配置">
  <p:cSld name="1_自訂版面配置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9"/>
          <p:cNvSpPr txBox="1"/>
          <p:nvPr>
            <p:ph type="title"/>
          </p:nvPr>
        </p:nvSpPr>
        <p:spPr>
          <a:xfrm>
            <a:off x="0" y="1268760"/>
            <a:ext cx="1218450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 b="1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84" name="Google Shape;84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0056" y="3237504"/>
            <a:ext cx="4091134" cy="184141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9"/>
          <p:cNvSpPr/>
          <p:nvPr>
            <p:ph idx="2" type="pic"/>
          </p:nvPr>
        </p:nvSpPr>
        <p:spPr>
          <a:xfrm>
            <a:off x="2135560" y="2898069"/>
            <a:ext cx="2952328" cy="252028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99"/>
          <p:cNvSpPr txBox="1"/>
          <p:nvPr/>
        </p:nvSpPr>
        <p:spPr>
          <a:xfrm>
            <a:off x="2711624" y="5535326"/>
            <a:ext cx="1800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滿意度調查問卷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8.jp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67"/>
              <a:buFont typeface="Arial"/>
              <a:buNone/>
              <a:defRPr b="0" i="0" sz="4267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7154" lvl="0" marL="457200" marR="0" rtl="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1754" lvl="2" marL="1371600" marR="0" rtl="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A5A5A5"/>
              </a:buClr>
              <a:buSzPts val="1467"/>
              <a:buFont typeface="Arial"/>
              <a:buChar char="•"/>
              <a:defRPr b="0" i="0" sz="1467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63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1"/>
              <a:buFont typeface="Arial"/>
              <a:buChar char="–"/>
              <a:defRPr b="0" i="0" sz="1401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63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1"/>
              <a:buFont typeface="Arial"/>
              <a:buChar char="»"/>
              <a:defRPr b="0" i="0" sz="1401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5" name="Google Shape;15;p88"/>
          <p:cNvGrpSpPr/>
          <p:nvPr/>
        </p:nvGrpSpPr>
        <p:grpSpPr>
          <a:xfrm>
            <a:off x="0" y="1714"/>
            <a:ext cx="12192000" cy="6854572"/>
            <a:chOff x="0" y="1285"/>
            <a:chExt cx="9144000" cy="5140929"/>
          </a:xfrm>
        </p:grpSpPr>
        <p:pic>
          <p:nvPicPr>
            <p:cNvPr id="16" name="Google Shape;16;p88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0" y="1285"/>
              <a:ext cx="9144000" cy="51409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8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274080" y="4250041"/>
              <a:ext cx="825440" cy="7773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frBZiQlW8nihBlnjp8_invoXqRfu2E3-/view?usp=drive_link" TargetMode="External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5"/>
          <p:cNvSpPr txBox="1"/>
          <p:nvPr>
            <p:ph type="title"/>
          </p:nvPr>
        </p:nvSpPr>
        <p:spPr>
          <a:xfrm>
            <a:off x="609600" y="227687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4800"/>
              <a:buFont typeface="Microsoft JhengHei"/>
              <a:buNone/>
            </a:pPr>
            <a:r>
              <a:rPr lang="zh-TW"/>
              <a:t>開發環境</a:t>
            </a:r>
            <a:endParaRPr/>
          </a:p>
        </p:txBody>
      </p:sp>
      <p:sp>
        <p:nvSpPr>
          <p:cNvPr id="92" name="Google Shape;92;p55"/>
          <p:cNvSpPr txBox="1"/>
          <p:nvPr>
            <p:ph idx="1" type="body"/>
          </p:nvPr>
        </p:nvSpPr>
        <p:spPr>
          <a:xfrm>
            <a:off x="2681684" y="3479512"/>
            <a:ext cx="6828632" cy="429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</a:pPr>
            <a:r>
              <a:rPr lang="zh-TW"/>
              <a:t>BlocklyDuino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6"/>
          <p:cNvSpPr txBox="1"/>
          <p:nvPr/>
        </p:nvSpPr>
        <p:spPr>
          <a:xfrm>
            <a:off x="8167" y="687402"/>
            <a:ext cx="8856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sng" cap="none" strike="noStrike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LinkIt7697 開發語言與服務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56"/>
          <p:cNvCxnSpPr/>
          <p:nvPr/>
        </p:nvCxnSpPr>
        <p:spPr>
          <a:xfrm>
            <a:off x="8167" y="1663002"/>
            <a:ext cx="8784000" cy="0"/>
          </a:xfrm>
          <a:prstGeom prst="straightConnector1">
            <a:avLst/>
          </a:prstGeom>
          <a:noFill/>
          <a:ln cap="flat" cmpd="sng" w="29150">
            <a:solidFill>
              <a:srgbClr val="FFD7D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9" name="Google Shape;9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0000" y="1767501"/>
            <a:ext cx="7981920" cy="44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1822" y="1023230"/>
            <a:ext cx="4208975" cy="490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6866" y="1018326"/>
            <a:ext cx="4208974" cy="4914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325" y="1009650"/>
            <a:ext cx="77533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1" y="683225"/>
            <a:ext cx="8839203" cy="561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9"/>
          <p:cNvSpPr/>
          <p:nvPr/>
        </p:nvSpPr>
        <p:spPr>
          <a:xfrm>
            <a:off x="1713375" y="1859400"/>
            <a:ext cx="1248300" cy="4246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9"/>
          <p:cNvSpPr txBox="1"/>
          <p:nvPr/>
        </p:nvSpPr>
        <p:spPr>
          <a:xfrm>
            <a:off x="3227200" y="4592853"/>
            <a:ext cx="165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zh-TW" sz="25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程式列表</a:t>
            </a:r>
            <a:endParaRPr b="1" i="0" sz="2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1" y="683225"/>
            <a:ext cx="8839203" cy="561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0"/>
          <p:cNvSpPr/>
          <p:nvPr/>
        </p:nvSpPr>
        <p:spPr>
          <a:xfrm>
            <a:off x="3062025" y="1988525"/>
            <a:ext cx="5968500" cy="3945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0"/>
          <p:cNvSpPr txBox="1"/>
          <p:nvPr/>
        </p:nvSpPr>
        <p:spPr>
          <a:xfrm>
            <a:off x="6864050" y="5195425"/>
            <a:ext cx="1835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zh-TW" sz="25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程式撰寫區</a:t>
            </a:r>
            <a:endParaRPr b="1" i="0" sz="2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1" y="683225"/>
            <a:ext cx="8839203" cy="561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1"/>
          <p:cNvSpPr/>
          <p:nvPr/>
        </p:nvSpPr>
        <p:spPr>
          <a:xfrm>
            <a:off x="6978825" y="984225"/>
            <a:ext cx="3536700" cy="1893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1"/>
          <p:cNvSpPr txBox="1"/>
          <p:nvPr/>
        </p:nvSpPr>
        <p:spPr>
          <a:xfrm>
            <a:off x="7122300" y="2301725"/>
            <a:ext cx="1835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zh-TW" sz="25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特殊功能區</a:t>
            </a:r>
            <a:endParaRPr b="1" i="0" sz="2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1" y="683225"/>
            <a:ext cx="8839203" cy="561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2"/>
          <p:cNvSpPr/>
          <p:nvPr/>
        </p:nvSpPr>
        <p:spPr>
          <a:xfrm>
            <a:off x="1676400" y="1529425"/>
            <a:ext cx="1701300" cy="344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2"/>
          <p:cNvSpPr txBox="1"/>
          <p:nvPr/>
        </p:nvSpPr>
        <p:spPr>
          <a:xfrm>
            <a:off x="3377700" y="1873825"/>
            <a:ext cx="2238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zh-TW" sz="25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語法切換頁籤</a:t>
            </a:r>
            <a:endParaRPr b="1" i="0" sz="2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3389" y="764557"/>
            <a:ext cx="2638425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688" y="1096257"/>
            <a:ext cx="27813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6351" y="4508382"/>
            <a:ext cx="2085975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8150" y="4566973"/>
            <a:ext cx="2781300" cy="149710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3"/>
          <p:cNvSpPr/>
          <p:nvPr/>
        </p:nvSpPr>
        <p:spPr>
          <a:xfrm rot="10800000">
            <a:off x="5474550" y="1926357"/>
            <a:ext cx="1090500" cy="47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3"/>
          <p:cNvSpPr/>
          <p:nvPr/>
        </p:nvSpPr>
        <p:spPr>
          <a:xfrm rot="5400000">
            <a:off x="3224500" y="3705882"/>
            <a:ext cx="809700" cy="47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3"/>
          <p:cNvSpPr/>
          <p:nvPr/>
        </p:nvSpPr>
        <p:spPr>
          <a:xfrm>
            <a:off x="5245950" y="5050557"/>
            <a:ext cx="1090500" cy="47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3"/>
          <p:cNvSpPr txBox="1"/>
          <p:nvPr/>
        </p:nvSpPr>
        <p:spPr>
          <a:xfrm>
            <a:off x="3236550" y="6064082"/>
            <a:ext cx="858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zh-TW" sz="25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示意</a:t>
            </a:r>
            <a:endParaRPr b="1" i="0" sz="2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6026" y="1573548"/>
            <a:ext cx="7019925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4"/>
          <p:cNvSpPr/>
          <p:nvPr/>
        </p:nvSpPr>
        <p:spPr>
          <a:xfrm flipH="1">
            <a:off x="2344725" y="4046823"/>
            <a:ext cx="1535100" cy="1018500"/>
          </a:xfrm>
          <a:prstGeom prst="rtTriangl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4"/>
          <p:cNvSpPr txBox="1"/>
          <p:nvPr/>
        </p:nvSpPr>
        <p:spPr>
          <a:xfrm>
            <a:off x="2344725" y="5502023"/>
            <a:ext cx="4002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zh-TW" sz="25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可讓使用者控制LED、按鈕</a:t>
            </a:r>
            <a:endParaRPr b="1" i="0" sz="2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6276" y="1249154"/>
            <a:ext cx="8839199" cy="44505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65"/>
          <p:cNvCxnSpPr/>
          <p:nvPr/>
        </p:nvCxnSpPr>
        <p:spPr>
          <a:xfrm>
            <a:off x="6333200" y="1936091"/>
            <a:ext cx="14400" cy="4031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64" name="Google Shape;164;p65"/>
          <p:cNvSpPr/>
          <p:nvPr/>
        </p:nvSpPr>
        <p:spPr>
          <a:xfrm>
            <a:off x="2924625" y="2796941"/>
            <a:ext cx="7600800" cy="803400"/>
          </a:xfrm>
          <a:prstGeom prst="rect">
            <a:avLst/>
          </a:prstGeom>
          <a:noFill/>
          <a:ln cap="flat" cmpd="sng" w="762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6"/>
          <p:cNvSpPr txBox="1"/>
          <p:nvPr/>
        </p:nvSpPr>
        <p:spPr>
          <a:xfrm>
            <a:off x="0" y="688505"/>
            <a:ext cx="8856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訊號輸入與輸出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66"/>
          <p:cNvCxnSpPr/>
          <p:nvPr/>
        </p:nvCxnSpPr>
        <p:spPr>
          <a:xfrm>
            <a:off x="0" y="1664105"/>
            <a:ext cx="8784000" cy="0"/>
          </a:xfrm>
          <a:prstGeom prst="straightConnector1">
            <a:avLst/>
          </a:prstGeom>
          <a:noFill/>
          <a:ln cap="flat" cmpd="sng" w="29150">
            <a:solidFill>
              <a:srgbClr val="FFD7D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1" name="Google Shape;17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0001" y="2374613"/>
            <a:ext cx="4751641" cy="352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6"/>
          <p:cNvSpPr txBox="1"/>
          <p:nvPr/>
        </p:nvSpPr>
        <p:spPr>
          <a:xfrm>
            <a:off x="2352000" y="2970773"/>
            <a:ext cx="1656000" cy="69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zh-TW" sz="4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LED</a:t>
            </a:r>
            <a:endParaRPr b="1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6"/>
          <p:cNvSpPr txBox="1"/>
          <p:nvPr/>
        </p:nvSpPr>
        <p:spPr>
          <a:xfrm>
            <a:off x="8688000" y="3330773"/>
            <a:ext cx="1656000" cy="69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zh-TW" sz="4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按鈕</a:t>
            </a:r>
            <a:endParaRPr b="1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7"/>
          <p:cNvSpPr txBox="1"/>
          <p:nvPr/>
        </p:nvSpPr>
        <p:spPr>
          <a:xfrm>
            <a:off x="11962" y="691238"/>
            <a:ext cx="8856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控制LED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67"/>
          <p:cNvCxnSpPr/>
          <p:nvPr/>
        </p:nvCxnSpPr>
        <p:spPr>
          <a:xfrm>
            <a:off x="11962" y="1666838"/>
            <a:ext cx="8784000" cy="0"/>
          </a:xfrm>
          <a:prstGeom prst="straightConnector1">
            <a:avLst/>
          </a:prstGeom>
          <a:noFill/>
          <a:ln cap="flat" cmpd="sng" w="29150">
            <a:solidFill>
              <a:srgbClr val="FFD7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67"/>
          <p:cNvSpPr txBox="1"/>
          <p:nvPr/>
        </p:nvSpPr>
        <p:spPr>
          <a:xfrm>
            <a:off x="5431250" y="3027001"/>
            <a:ext cx="477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初始化：設定、只執行一次</a:t>
            </a:r>
            <a:endParaRPr b="1" i="0" sz="3000" u="none" cap="none" strike="noStrike">
              <a:solidFill>
                <a:srgbClr val="4A86E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81" name="Google Shape;18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9576" y="2617077"/>
            <a:ext cx="2777325" cy="272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7"/>
          <p:cNvSpPr txBox="1"/>
          <p:nvPr/>
        </p:nvSpPr>
        <p:spPr>
          <a:xfrm>
            <a:off x="5431250" y="4246201"/>
            <a:ext cx="5084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重複執行：程式會不停執行</a:t>
            </a:r>
            <a:endParaRPr b="1" i="0" sz="3000" u="none" cap="none" strike="noStrike">
              <a:solidFill>
                <a:srgbClr val="4A86E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3" name="Google Shape;183;p67"/>
          <p:cNvSpPr/>
          <p:nvPr/>
        </p:nvSpPr>
        <p:spPr>
          <a:xfrm>
            <a:off x="2082900" y="2886301"/>
            <a:ext cx="416100" cy="2180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8596" y="2394795"/>
            <a:ext cx="3425425" cy="330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8"/>
          <p:cNvSpPr txBox="1"/>
          <p:nvPr/>
        </p:nvSpPr>
        <p:spPr>
          <a:xfrm>
            <a:off x="16556" y="687402"/>
            <a:ext cx="8856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控制LED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68"/>
          <p:cNvCxnSpPr/>
          <p:nvPr/>
        </p:nvCxnSpPr>
        <p:spPr>
          <a:xfrm>
            <a:off x="16556" y="1663002"/>
            <a:ext cx="8784000" cy="0"/>
          </a:xfrm>
          <a:prstGeom prst="straightConnector1">
            <a:avLst/>
          </a:prstGeom>
          <a:noFill/>
          <a:ln cap="flat" cmpd="sng" w="29150">
            <a:solidFill>
              <a:srgbClr val="FFD7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68"/>
          <p:cNvSpPr txBox="1"/>
          <p:nvPr/>
        </p:nvSpPr>
        <p:spPr>
          <a:xfrm>
            <a:off x="6266870" y="3366395"/>
            <a:ext cx="3256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高電位：供給電源</a:t>
            </a:r>
            <a:endParaRPr b="1" i="0" sz="3000" u="none" cap="none" strike="noStrike">
              <a:solidFill>
                <a:srgbClr val="4A86E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2" name="Google Shape;192;p68"/>
          <p:cNvSpPr txBox="1"/>
          <p:nvPr/>
        </p:nvSpPr>
        <p:spPr>
          <a:xfrm>
            <a:off x="6266870" y="4280795"/>
            <a:ext cx="3853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6AA84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低電位：不供給電源</a:t>
            </a:r>
            <a:endParaRPr b="1" i="0" sz="3000" u="none" cap="none" strike="noStrike">
              <a:solidFill>
                <a:srgbClr val="6AA84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9"/>
          <p:cNvSpPr txBox="1"/>
          <p:nvPr/>
        </p:nvSpPr>
        <p:spPr>
          <a:xfrm>
            <a:off x="8167" y="687402"/>
            <a:ext cx="8856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控制LED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69"/>
          <p:cNvCxnSpPr/>
          <p:nvPr/>
        </p:nvCxnSpPr>
        <p:spPr>
          <a:xfrm>
            <a:off x="8167" y="1663002"/>
            <a:ext cx="8784000" cy="0"/>
          </a:xfrm>
          <a:prstGeom prst="straightConnector1">
            <a:avLst/>
          </a:prstGeom>
          <a:noFill/>
          <a:ln cap="flat" cmpd="sng" w="29150">
            <a:solidFill>
              <a:srgbClr val="FFD7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69"/>
          <p:cNvSpPr txBox="1"/>
          <p:nvPr/>
        </p:nvSpPr>
        <p:spPr>
          <a:xfrm>
            <a:off x="2624650" y="3038525"/>
            <a:ext cx="1448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高電位</a:t>
            </a:r>
            <a:endParaRPr b="1" i="0" sz="3000" u="none" cap="none" strike="noStrike">
              <a:solidFill>
                <a:srgbClr val="4A86E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0" name="Google Shape;200;p69"/>
          <p:cNvSpPr txBox="1"/>
          <p:nvPr/>
        </p:nvSpPr>
        <p:spPr>
          <a:xfrm>
            <a:off x="2624650" y="3952925"/>
            <a:ext cx="1348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6AA84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低電位</a:t>
            </a:r>
            <a:endParaRPr b="1" i="0" sz="3000" u="none" cap="none" strike="noStrike">
              <a:solidFill>
                <a:srgbClr val="6AA84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1" name="Google Shape;201;p69"/>
          <p:cNvSpPr txBox="1"/>
          <p:nvPr/>
        </p:nvSpPr>
        <p:spPr>
          <a:xfrm>
            <a:off x="4910650" y="3038525"/>
            <a:ext cx="1448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HIGH</a:t>
            </a:r>
            <a:endParaRPr b="1" i="0" sz="3000" u="none" cap="none" strike="noStrike">
              <a:solidFill>
                <a:srgbClr val="4A86E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2" name="Google Shape;202;p69"/>
          <p:cNvSpPr txBox="1"/>
          <p:nvPr/>
        </p:nvSpPr>
        <p:spPr>
          <a:xfrm>
            <a:off x="4910650" y="3952925"/>
            <a:ext cx="1348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6AA84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LOW</a:t>
            </a:r>
            <a:endParaRPr b="1" i="0" sz="3000" u="none" cap="none" strike="noStrike">
              <a:solidFill>
                <a:srgbClr val="6AA84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3" name="Google Shape;203;p69"/>
          <p:cNvSpPr txBox="1"/>
          <p:nvPr/>
        </p:nvSpPr>
        <p:spPr>
          <a:xfrm>
            <a:off x="7120450" y="3038525"/>
            <a:ext cx="1448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b="1" i="0" sz="3000" u="none" cap="none" strike="noStrike">
              <a:solidFill>
                <a:srgbClr val="4A86E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4" name="Google Shape;204;p69"/>
          <p:cNvSpPr txBox="1"/>
          <p:nvPr/>
        </p:nvSpPr>
        <p:spPr>
          <a:xfrm>
            <a:off x="7120450" y="3952925"/>
            <a:ext cx="1348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6AA84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</a:t>
            </a:r>
            <a:endParaRPr b="1" i="0" sz="3000" u="none" cap="none" strike="noStrike">
              <a:solidFill>
                <a:srgbClr val="6AA84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5" name="Google Shape;205;p69"/>
          <p:cNvSpPr txBox="1"/>
          <p:nvPr/>
        </p:nvSpPr>
        <p:spPr>
          <a:xfrm>
            <a:off x="8644450" y="3038525"/>
            <a:ext cx="1448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3.3V</a:t>
            </a:r>
            <a:endParaRPr b="1" i="0" sz="3000" u="none" cap="none" strike="noStrike">
              <a:solidFill>
                <a:srgbClr val="4A86E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6" name="Google Shape;206;p69"/>
          <p:cNvSpPr txBox="1"/>
          <p:nvPr/>
        </p:nvSpPr>
        <p:spPr>
          <a:xfrm>
            <a:off x="8796850" y="3952925"/>
            <a:ext cx="1348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6AA84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0V</a:t>
            </a:r>
            <a:endParaRPr b="1" i="0" sz="3000" u="none" cap="none" strike="noStrike">
              <a:solidFill>
                <a:srgbClr val="6AA84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0"/>
          <p:cNvSpPr txBox="1"/>
          <p:nvPr/>
        </p:nvSpPr>
        <p:spPr>
          <a:xfrm>
            <a:off x="8167" y="687402"/>
            <a:ext cx="8856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控制LED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70"/>
          <p:cNvCxnSpPr/>
          <p:nvPr/>
        </p:nvCxnSpPr>
        <p:spPr>
          <a:xfrm>
            <a:off x="8167" y="1663002"/>
            <a:ext cx="8784000" cy="0"/>
          </a:xfrm>
          <a:prstGeom prst="straightConnector1">
            <a:avLst/>
          </a:prstGeom>
          <a:noFill/>
          <a:ln cap="flat" cmpd="sng" w="29150">
            <a:solidFill>
              <a:srgbClr val="FFD7D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3" name="Google Shape;21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3625" y="1849500"/>
            <a:ext cx="3365550" cy="44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0"/>
          <p:cNvSpPr txBox="1"/>
          <p:nvPr/>
        </p:nvSpPr>
        <p:spPr>
          <a:xfrm>
            <a:off x="6144200" y="3188850"/>
            <a:ext cx="413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延遲：程式會停在這裡</a:t>
            </a:r>
            <a:endParaRPr b="1" i="0" sz="3000" u="none" cap="none" strike="noStrike">
              <a:solidFill>
                <a:srgbClr val="4A86E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5" name="Google Shape;215;p70"/>
          <p:cNvSpPr/>
          <p:nvPr/>
        </p:nvSpPr>
        <p:spPr>
          <a:xfrm>
            <a:off x="4884150" y="3321450"/>
            <a:ext cx="1176600" cy="21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1"/>
          <p:cNvSpPr txBox="1"/>
          <p:nvPr/>
        </p:nvSpPr>
        <p:spPr>
          <a:xfrm>
            <a:off x="8167" y="679013"/>
            <a:ext cx="8856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燒錄程式到7697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71"/>
          <p:cNvCxnSpPr/>
          <p:nvPr/>
        </p:nvCxnSpPr>
        <p:spPr>
          <a:xfrm>
            <a:off x="8167" y="1654613"/>
            <a:ext cx="8784000" cy="0"/>
          </a:xfrm>
          <a:prstGeom prst="straightConnector1">
            <a:avLst/>
          </a:prstGeom>
          <a:noFill/>
          <a:ln cap="flat" cmpd="sng" w="29150">
            <a:solidFill>
              <a:srgbClr val="FFD7D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2" name="Google Shape;2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8974" y="2743255"/>
            <a:ext cx="3784550" cy="25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1"/>
          <p:cNvSpPr/>
          <p:nvPr/>
        </p:nvSpPr>
        <p:spPr>
          <a:xfrm>
            <a:off x="5310799" y="4466230"/>
            <a:ext cx="2137800" cy="7173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1"/>
          <p:cNvSpPr/>
          <p:nvPr/>
        </p:nvSpPr>
        <p:spPr>
          <a:xfrm>
            <a:off x="5310799" y="2839580"/>
            <a:ext cx="1908300" cy="7173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1"/>
          <p:cNvSpPr/>
          <p:nvPr/>
        </p:nvSpPr>
        <p:spPr>
          <a:xfrm>
            <a:off x="4019524" y="3668655"/>
            <a:ext cx="735300" cy="611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1"/>
          <p:cNvSpPr txBox="1"/>
          <p:nvPr/>
        </p:nvSpPr>
        <p:spPr>
          <a:xfrm>
            <a:off x="2369599" y="3734055"/>
            <a:ext cx="1477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zh-TW" sz="25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燒錄按鈕</a:t>
            </a:r>
            <a:endParaRPr b="1" i="0" sz="25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1"/>
          <p:cNvSpPr txBox="1"/>
          <p:nvPr/>
        </p:nvSpPr>
        <p:spPr>
          <a:xfrm>
            <a:off x="5310799" y="2186230"/>
            <a:ext cx="2137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zh-TW" sz="25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連接的序列埠</a:t>
            </a:r>
            <a:endParaRPr b="1" i="0" sz="25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1"/>
          <p:cNvSpPr txBox="1"/>
          <p:nvPr/>
        </p:nvSpPr>
        <p:spPr>
          <a:xfrm>
            <a:off x="5310799" y="5388080"/>
            <a:ext cx="4662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zh-TW" sz="25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可觀看過程或是否產生錯誤訊息</a:t>
            </a:r>
            <a:endParaRPr b="1" i="0" sz="25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2"/>
          <p:cNvSpPr txBox="1"/>
          <p:nvPr/>
        </p:nvSpPr>
        <p:spPr>
          <a:xfrm>
            <a:off x="8169" y="695791"/>
            <a:ext cx="8856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使用按鈕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72"/>
          <p:cNvCxnSpPr/>
          <p:nvPr/>
        </p:nvCxnSpPr>
        <p:spPr>
          <a:xfrm>
            <a:off x="8169" y="1671391"/>
            <a:ext cx="8784000" cy="0"/>
          </a:xfrm>
          <a:prstGeom prst="straightConnector1">
            <a:avLst/>
          </a:prstGeom>
          <a:noFill/>
          <a:ln cap="flat" cmpd="sng" w="29150">
            <a:solidFill>
              <a:srgbClr val="FFD7D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5" name="Google Shape;23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9426" y="2737222"/>
            <a:ext cx="5266225" cy="22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2"/>
          <p:cNvSpPr txBox="1"/>
          <p:nvPr/>
        </p:nvSpPr>
        <p:spPr>
          <a:xfrm>
            <a:off x="5816075" y="3218771"/>
            <a:ext cx="4950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序列埠：與電腦溝通的媒介</a:t>
            </a:r>
            <a:endParaRPr b="1" i="0" sz="3000" u="none" cap="none" strike="noStrike">
              <a:solidFill>
                <a:srgbClr val="4A86E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7" name="Google Shape;237;p72"/>
          <p:cNvSpPr txBox="1"/>
          <p:nvPr/>
        </p:nvSpPr>
        <p:spPr>
          <a:xfrm>
            <a:off x="6985650" y="4246996"/>
            <a:ext cx="3853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6AA84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讀取按鈕狀態</a:t>
            </a:r>
            <a:endParaRPr b="1" i="0" sz="3000" u="none" cap="none" strike="noStrike">
              <a:solidFill>
                <a:srgbClr val="6AA84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3"/>
          <p:cNvSpPr txBox="1"/>
          <p:nvPr/>
        </p:nvSpPr>
        <p:spPr>
          <a:xfrm>
            <a:off x="8167" y="679013"/>
            <a:ext cx="8856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查看按鈕狀態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73"/>
          <p:cNvCxnSpPr/>
          <p:nvPr/>
        </p:nvCxnSpPr>
        <p:spPr>
          <a:xfrm>
            <a:off x="8167" y="1654613"/>
            <a:ext cx="8784000" cy="0"/>
          </a:xfrm>
          <a:prstGeom prst="straightConnector1">
            <a:avLst/>
          </a:prstGeom>
          <a:noFill/>
          <a:ln cap="flat" cmpd="sng" w="29150">
            <a:solidFill>
              <a:srgbClr val="FFD7D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4" name="Google Shape;244;p73"/>
          <p:cNvPicPr preferRelativeResize="0"/>
          <p:nvPr/>
        </p:nvPicPr>
        <p:blipFill rotWithShape="1">
          <a:blip r:embed="rId3">
            <a:alphaModFix/>
          </a:blip>
          <a:srcRect b="54262" l="0" r="60274" t="0"/>
          <a:stretch/>
        </p:blipFill>
        <p:spPr>
          <a:xfrm>
            <a:off x="5990898" y="2549884"/>
            <a:ext cx="4360925" cy="317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3222" y="2792509"/>
            <a:ext cx="3784550" cy="25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73"/>
          <p:cNvSpPr/>
          <p:nvPr/>
        </p:nvSpPr>
        <p:spPr>
          <a:xfrm>
            <a:off x="2325647" y="3684734"/>
            <a:ext cx="735300" cy="611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3"/>
          <p:cNvSpPr txBox="1"/>
          <p:nvPr/>
        </p:nvSpPr>
        <p:spPr>
          <a:xfrm>
            <a:off x="1843222" y="2157584"/>
            <a:ext cx="1996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zh-TW" sz="25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序列埠監控</a:t>
            </a:r>
            <a:endParaRPr b="1" i="0" sz="25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4"/>
          <p:cNvSpPr txBox="1"/>
          <p:nvPr/>
        </p:nvSpPr>
        <p:spPr>
          <a:xfrm>
            <a:off x="8167" y="687402"/>
            <a:ext cx="8856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按鈕控制LED-1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74"/>
          <p:cNvCxnSpPr/>
          <p:nvPr/>
        </p:nvCxnSpPr>
        <p:spPr>
          <a:xfrm>
            <a:off x="8167" y="1663002"/>
            <a:ext cx="8784000" cy="0"/>
          </a:xfrm>
          <a:prstGeom prst="straightConnector1">
            <a:avLst/>
          </a:prstGeom>
          <a:noFill/>
          <a:ln cap="flat" cmpd="sng" w="29150">
            <a:solidFill>
              <a:srgbClr val="FFD7D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4" name="Google Shape;25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875" y="2438164"/>
            <a:ext cx="5517650" cy="316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4"/>
          <p:cNvSpPr txBox="1"/>
          <p:nvPr/>
        </p:nvSpPr>
        <p:spPr>
          <a:xfrm>
            <a:off x="8248475" y="3341979"/>
            <a:ext cx="3256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4A86E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True：1</a:t>
            </a:r>
            <a:endParaRPr b="1" i="0" sz="3000" u="none" cap="none" strike="noStrike">
              <a:solidFill>
                <a:srgbClr val="4A86E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6" name="Google Shape;256;p74"/>
          <p:cNvSpPr txBox="1"/>
          <p:nvPr/>
        </p:nvSpPr>
        <p:spPr>
          <a:xfrm>
            <a:off x="8248475" y="4256379"/>
            <a:ext cx="3853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6AA84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False：0</a:t>
            </a:r>
            <a:endParaRPr b="1" i="0" sz="3000" u="none" cap="none" strike="noStrike">
              <a:solidFill>
                <a:srgbClr val="6AA84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Mayas Theme Color">
      <a:dk1>
        <a:srgbClr val="5C5C5C"/>
      </a:dk1>
      <a:lt1>
        <a:srgbClr val="FFFFFF"/>
      </a:lt1>
      <a:dk2>
        <a:srgbClr val="3F3F3F"/>
      </a:dk2>
      <a:lt2>
        <a:srgbClr val="FCFCFC"/>
      </a:lt2>
      <a:accent1>
        <a:srgbClr val="1B6AA3"/>
      </a:accent1>
      <a:accent2>
        <a:srgbClr val="84CBC5"/>
      </a:accent2>
      <a:accent3>
        <a:srgbClr val="F8D35E"/>
      </a:accent3>
      <a:accent4>
        <a:srgbClr val="F47264"/>
      </a:accent4>
      <a:accent5>
        <a:srgbClr val="7CC8EC"/>
      </a:accent5>
      <a:accent6>
        <a:srgbClr val="868AD1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2021-10-05T06:54:06Z</dcterms:created>
  <dc:creator>SOPHIE</dc:creator>
</cp:coreProperties>
</file>
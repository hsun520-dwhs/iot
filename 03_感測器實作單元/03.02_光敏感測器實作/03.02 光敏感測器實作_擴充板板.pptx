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6" r:id="rId10"/>
    <p:sldId id="275" r:id="rId11"/>
    <p:sldId id="265" r:id="rId12"/>
    <p:sldId id="271" r:id="rId13"/>
    <p:sldId id="272" r:id="rId14"/>
    <p:sldId id="274" r:id="rId15"/>
    <p:sldId id="266" r:id="rId16"/>
    <p:sldId id="277" r:id="rId17"/>
    <p:sldId id="278" r:id="rId18"/>
    <p:sldId id="268" r:id="rId19"/>
    <p:sldId id="269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iY20HmdDhu5GuvOD4p4ju8lEJU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4ee54203b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g384ee54203b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558752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4ee54203b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g384ee54203b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301871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-2">
  <p:cSld name="Title Only-2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1"/>
          <p:cNvSpPr txBox="1">
            <a:spLocks noGrp="1"/>
          </p:cNvSpPr>
          <p:nvPr>
            <p:ph type="title"/>
          </p:nvPr>
        </p:nvSpPr>
        <p:spPr>
          <a:xfrm>
            <a:off x="609600" y="2276872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4800"/>
              <a:buFont typeface="Microsoft JhengHei"/>
              <a:buNone/>
              <a:defRPr sz="4800" b="1">
                <a:solidFill>
                  <a:srgbClr val="4D4D4D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9" name="Google Shape;19;p21"/>
          <p:cNvSpPr txBox="1"/>
          <p:nvPr/>
        </p:nvSpPr>
        <p:spPr>
          <a:xfrm>
            <a:off x="623397" y="1604798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1"/>
          <p:cNvSpPr txBox="1">
            <a:spLocks noGrp="1"/>
          </p:cNvSpPr>
          <p:nvPr>
            <p:ph type="body" idx="1"/>
          </p:nvPr>
        </p:nvSpPr>
        <p:spPr>
          <a:xfrm>
            <a:off x="2681684" y="3479512"/>
            <a:ext cx="6828632" cy="429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None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>
            <a:spLocks noGrp="1"/>
          </p:cNvSpPr>
          <p:nvPr>
            <p:ph type="body" idx="1"/>
          </p:nvPr>
        </p:nvSpPr>
        <p:spPr>
          <a:xfrm>
            <a:off x="695400" y="1628800"/>
            <a:ext cx="10887000" cy="413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45833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Char char="•"/>
              <a:defRPr sz="2400" b="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42900" algn="l">
              <a:lnSpc>
                <a:spcPct val="177777"/>
              </a:lnSpc>
              <a:spcBef>
                <a:spcPts val="360"/>
              </a:spcBef>
              <a:spcAft>
                <a:spcPts val="0"/>
              </a:spcAft>
              <a:buClr>
                <a:srgbClr val="5C5C5C"/>
              </a:buClr>
              <a:buSzPts val="1800"/>
              <a:buChar char="–"/>
              <a:defRPr sz="18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55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Char char="•"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330200" algn="l">
              <a:lnSpc>
                <a:spcPct val="187500"/>
              </a:lnSpc>
              <a:spcBef>
                <a:spcPts val="320"/>
              </a:spcBef>
              <a:spcAft>
                <a:spcPts val="0"/>
              </a:spcAft>
              <a:buClr>
                <a:srgbClr val="5C5C5C"/>
              </a:buClr>
              <a:buSzPts val="1600"/>
              <a:buChar char="–"/>
              <a:defRPr sz="16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lvl="4" indent="-317500" algn="l">
              <a:lnSpc>
                <a:spcPct val="214285"/>
              </a:lnSpc>
              <a:spcBef>
                <a:spcPts val="280"/>
              </a:spcBef>
              <a:spcAft>
                <a:spcPts val="0"/>
              </a:spcAft>
              <a:buClr>
                <a:srgbClr val="5C5C5C"/>
              </a:buClr>
              <a:buSzPts val="1400"/>
              <a:buChar char="»"/>
              <a:defRPr sz="14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title"/>
          </p:nvPr>
        </p:nvSpPr>
        <p:spPr>
          <a:xfrm>
            <a:off x="609600" y="35665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  <a:defRPr sz="3600" b="1">
                <a:solidFill>
                  <a:srgbClr val="4D4D4D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內容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>
            <a:spLocks noGrp="1"/>
          </p:cNvSpPr>
          <p:nvPr>
            <p:ph type="ctrTitle"/>
          </p:nvPr>
        </p:nvSpPr>
        <p:spPr>
          <a:xfrm>
            <a:off x="914400" y="177281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6000"/>
              <a:buFont typeface="Microsoft JhengHei"/>
              <a:buNone/>
              <a:defRPr sz="6000" b="1">
                <a:solidFill>
                  <a:srgbClr val="4D4D4D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subTitle" idx="1"/>
          </p:nvPr>
        </p:nvSpPr>
        <p:spPr>
          <a:xfrm>
            <a:off x="4055224" y="4231177"/>
            <a:ext cx="4081549" cy="623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None/>
              <a:defRPr sz="24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ctr">
              <a:spcBef>
                <a:spcPts val="320"/>
              </a:spcBef>
              <a:spcAft>
                <a:spcPts val="0"/>
              </a:spcAft>
              <a:buClr>
                <a:srgbClr val="9A9A9A"/>
              </a:buClr>
              <a:buSzPts val="1600"/>
              <a:buNone/>
              <a:defRPr>
                <a:solidFill>
                  <a:srgbClr val="9A9A9A"/>
                </a:solidFill>
              </a:defRPr>
            </a:lvl2pPr>
            <a:lvl3pPr lvl="2" algn="ctr">
              <a:spcBef>
                <a:spcPts val="293"/>
              </a:spcBef>
              <a:spcAft>
                <a:spcPts val="0"/>
              </a:spcAft>
              <a:buClr>
                <a:srgbClr val="9A9A9A"/>
              </a:buClr>
              <a:buSzPts val="1467"/>
              <a:buNone/>
              <a:defRPr>
                <a:solidFill>
                  <a:srgbClr val="9A9A9A"/>
                </a:solidFill>
              </a:defRPr>
            </a:lvl3pPr>
            <a:lvl4pPr lvl="3" algn="ctr">
              <a:spcBef>
                <a:spcPts val="280"/>
              </a:spcBef>
              <a:spcAft>
                <a:spcPts val="0"/>
              </a:spcAft>
              <a:buClr>
                <a:srgbClr val="9A9A9A"/>
              </a:buClr>
              <a:buSzPts val="1401"/>
              <a:buNone/>
              <a:defRPr>
                <a:solidFill>
                  <a:srgbClr val="9A9A9A"/>
                </a:solidFill>
              </a:defRPr>
            </a:lvl4pPr>
            <a:lvl5pPr lvl="4" algn="ctr">
              <a:spcBef>
                <a:spcPts val="280"/>
              </a:spcBef>
              <a:spcAft>
                <a:spcPts val="0"/>
              </a:spcAft>
              <a:buClr>
                <a:srgbClr val="9A9A9A"/>
              </a:buClr>
              <a:buSzPts val="1401"/>
              <a:buNone/>
              <a:defRPr>
                <a:solidFill>
                  <a:srgbClr val="9A9A9A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9A9A9A"/>
              </a:buClr>
              <a:buSzPts val="2667"/>
              <a:buNone/>
              <a:defRPr>
                <a:solidFill>
                  <a:srgbClr val="9A9A9A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9A9A9A"/>
              </a:buClr>
              <a:buSzPts val="2667"/>
              <a:buNone/>
              <a:defRPr>
                <a:solidFill>
                  <a:srgbClr val="9A9A9A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9A9A9A"/>
              </a:buClr>
              <a:buSzPts val="2667"/>
              <a:buNone/>
              <a:defRPr>
                <a:solidFill>
                  <a:srgbClr val="9A9A9A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9A9A9A"/>
              </a:buClr>
              <a:buSzPts val="2667"/>
              <a:buNone/>
              <a:defRPr>
                <a:solidFill>
                  <a:srgbClr val="9A9A9A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2"/>
          </p:nvPr>
        </p:nvSpPr>
        <p:spPr>
          <a:xfrm>
            <a:off x="2724582" y="3438663"/>
            <a:ext cx="6742832" cy="429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None/>
              <a:defRPr sz="24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-2">
  <p:cSld name="Title Slide-2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5445224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25"/>
          <p:cNvSpPr txBox="1">
            <a:spLocks noGrp="1"/>
          </p:cNvSpPr>
          <p:nvPr>
            <p:ph type="subTitle" idx="1"/>
          </p:nvPr>
        </p:nvSpPr>
        <p:spPr>
          <a:xfrm>
            <a:off x="4055225" y="5733256"/>
            <a:ext cx="4081549" cy="623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None/>
              <a:defRPr sz="24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ctr">
              <a:spcBef>
                <a:spcPts val="320"/>
              </a:spcBef>
              <a:spcAft>
                <a:spcPts val="0"/>
              </a:spcAft>
              <a:buClr>
                <a:srgbClr val="9A9A9A"/>
              </a:buClr>
              <a:buSzPts val="1600"/>
              <a:buNone/>
              <a:defRPr>
                <a:solidFill>
                  <a:srgbClr val="9A9A9A"/>
                </a:solidFill>
              </a:defRPr>
            </a:lvl2pPr>
            <a:lvl3pPr lvl="2" algn="ctr">
              <a:spcBef>
                <a:spcPts val="293"/>
              </a:spcBef>
              <a:spcAft>
                <a:spcPts val="0"/>
              </a:spcAft>
              <a:buClr>
                <a:srgbClr val="9A9A9A"/>
              </a:buClr>
              <a:buSzPts val="1467"/>
              <a:buNone/>
              <a:defRPr>
                <a:solidFill>
                  <a:srgbClr val="9A9A9A"/>
                </a:solidFill>
              </a:defRPr>
            </a:lvl3pPr>
            <a:lvl4pPr lvl="3" algn="ctr">
              <a:spcBef>
                <a:spcPts val="280"/>
              </a:spcBef>
              <a:spcAft>
                <a:spcPts val="0"/>
              </a:spcAft>
              <a:buClr>
                <a:srgbClr val="9A9A9A"/>
              </a:buClr>
              <a:buSzPts val="1401"/>
              <a:buNone/>
              <a:defRPr>
                <a:solidFill>
                  <a:srgbClr val="9A9A9A"/>
                </a:solidFill>
              </a:defRPr>
            </a:lvl4pPr>
            <a:lvl5pPr lvl="4" algn="ctr">
              <a:spcBef>
                <a:spcPts val="280"/>
              </a:spcBef>
              <a:spcAft>
                <a:spcPts val="0"/>
              </a:spcAft>
              <a:buClr>
                <a:srgbClr val="9A9A9A"/>
              </a:buClr>
              <a:buSzPts val="1401"/>
              <a:buNone/>
              <a:defRPr>
                <a:solidFill>
                  <a:srgbClr val="9A9A9A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9A9A9A"/>
              </a:buClr>
              <a:buSzPts val="2667"/>
              <a:buNone/>
              <a:defRPr>
                <a:solidFill>
                  <a:srgbClr val="9A9A9A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9A9A9A"/>
              </a:buClr>
              <a:buSzPts val="2667"/>
              <a:buNone/>
              <a:defRPr>
                <a:solidFill>
                  <a:srgbClr val="9A9A9A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9A9A9A"/>
              </a:buClr>
              <a:buSzPts val="2667"/>
              <a:buNone/>
              <a:defRPr>
                <a:solidFill>
                  <a:srgbClr val="9A9A9A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9A9A9A"/>
              </a:buClr>
              <a:buSzPts val="2667"/>
              <a:buNone/>
              <a:defRPr>
                <a:solidFill>
                  <a:srgbClr val="9A9A9A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e">
  <p:cSld name="introduc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>
            <a:spLocks noGrp="1"/>
          </p:cNvSpPr>
          <p:nvPr>
            <p:ph type="title"/>
          </p:nvPr>
        </p:nvSpPr>
        <p:spPr>
          <a:xfrm>
            <a:off x="506026" y="3127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  <a:defRPr sz="3600" b="1">
                <a:solidFill>
                  <a:srgbClr val="4D4D4D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body" idx="1"/>
          </p:nvPr>
        </p:nvSpPr>
        <p:spPr>
          <a:xfrm>
            <a:off x="1384907" y="4293096"/>
            <a:ext cx="2063578" cy="509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spcBef>
                <a:spcPts val="560"/>
              </a:spcBef>
              <a:spcAft>
                <a:spcPts val="0"/>
              </a:spcAft>
              <a:buClr>
                <a:srgbClr val="5C5C5C"/>
              </a:buClr>
              <a:buSzPts val="2800"/>
              <a:buNone/>
              <a:defRPr sz="2800" b="1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body" idx="2"/>
          </p:nvPr>
        </p:nvSpPr>
        <p:spPr>
          <a:xfrm>
            <a:off x="4511824" y="1819064"/>
            <a:ext cx="6552728" cy="182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2000"/>
              <a:buNone/>
              <a:defRPr sz="2000" b="1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55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454545"/>
              </a:buClr>
              <a:buSzPts val="2000"/>
              <a:buChar char="–"/>
              <a:defRPr sz="2000">
                <a:solidFill>
                  <a:srgbClr val="45454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6"/>
          <p:cNvSpPr>
            <a:spLocks noGrp="1"/>
          </p:cNvSpPr>
          <p:nvPr>
            <p:ph type="pic" idx="3"/>
          </p:nvPr>
        </p:nvSpPr>
        <p:spPr>
          <a:xfrm>
            <a:off x="1113656" y="1628770"/>
            <a:ext cx="2606080" cy="2540658"/>
          </a:xfrm>
          <a:prstGeom prst="ellipse">
            <a:avLst/>
          </a:prstGeom>
          <a:noFill/>
          <a:ln>
            <a:noFill/>
          </a:ln>
        </p:spPr>
      </p:sp>
      <p:sp>
        <p:nvSpPr>
          <p:cNvPr id="48" name="Google Shape;48;p26"/>
          <p:cNvSpPr txBox="1">
            <a:spLocks noGrp="1"/>
          </p:cNvSpPr>
          <p:nvPr>
            <p:ph type="body" idx="4"/>
          </p:nvPr>
        </p:nvSpPr>
        <p:spPr>
          <a:xfrm>
            <a:off x="1384907" y="4802767"/>
            <a:ext cx="2063578" cy="509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Clr>
                <a:srgbClr val="7E7E7E"/>
              </a:buClr>
              <a:buSzPts val="2400"/>
              <a:buNone/>
              <a:defRPr sz="2400" b="1">
                <a:solidFill>
                  <a:srgbClr val="7E7E7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body" idx="5"/>
          </p:nvPr>
        </p:nvSpPr>
        <p:spPr>
          <a:xfrm>
            <a:off x="4511824" y="3717032"/>
            <a:ext cx="6552728" cy="182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None/>
              <a:defRPr sz="2000" b="1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55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454545"/>
              </a:buClr>
              <a:buSzPts val="2000"/>
              <a:buChar char="–"/>
              <a:defRPr sz="2000">
                <a:solidFill>
                  <a:srgbClr val="45454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7"/>
          <p:cNvSpPr txBox="1">
            <a:spLocks noGrp="1"/>
          </p:cNvSpPr>
          <p:nvPr>
            <p:ph type="body" idx="1"/>
          </p:nvPr>
        </p:nvSpPr>
        <p:spPr>
          <a:xfrm>
            <a:off x="609600" y="1796819"/>
            <a:ext cx="10972800" cy="413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45833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Char char="•"/>
              <a:defRPr sz="2400" b="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55600" algn="l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Char char="–"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55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Char char="•"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330200" algn="l">
              <a:lnSpc>
                <a:spcPct val="187500"/>
              </a:lnSpc>
              <a:spcBef>
                <a:spcPts val="320"/>
              </a:spcBef>
              <a:spcAft>
                <a:spcPts val="0"/>
              </a:spcAft>
              <a:buClr>
                <a:srgbClr val="5C5C5C"/>
              </a:buClr>
              <a:buSzPts val="1600"/>
              <a:buChar char="–"/>
              <a:defRPr sz="16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lvl="4" indent="-317500" algn="l">
              <a:lnSpc>
                <a:spcPct val="214285"/>
              </a:lnSpc>
              <a:spcBef>
                <a:spcPts val="280"/>
              </a:spcBef>
              <a:spcAft>
                <a:spcPts val="0"/>
              </a:spcAft>
              <a:buClr>
                <a:srgbClr val="5C5C5C"/>
              </a:buClr>
              <a:buSzPts val="1400"/>
              <a:buChar char="»"/>
              <a:defRPr sz="14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5" name="Google Shape;55;p27"/>
          <p:cNvSpPr txBox="1">
            <a:spLocks noGrp="1"/>
          </p:cNvSpPr>
          <p:nvPr>
            <p:ph type="title"/>
          </p:nvPr>
        </p:nvSpPr>
        <p:spPr>
          <a:xfrm>
            <a:off x="609600" y="35665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  <a:defRPr sz="3600" b="1">
                <a:solidFill>
                  <a:srgbClr val="4D4D4D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8"/>
          <p:cNvSpPr txBox="1">
            <a:spLocks noGrp="1"/>
          </p:cNvSpPr>
          <p:nvPr>
            <p:ph type="body" idx="1"/>
          </p:nvPr>
        </p:nvSpPr>
        <p:spPr>
          <a:xfrm>
            <a:off x="609603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None/>
              <a:defRPr sz="2400" b="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228600" algn="l">
              <a:spcBef>
                <a:spcPts val="533"/>
              </a:spcBef>
              <a:spcAft>
                <a:spcPts val="0"/>
              </a:spcAft>
              <a:buClr>
                <a:srgbClr val="A5A5A5"/>
              </a:buClr>
              <a:buSzPts val="2667"/>
              <a:buNone/>
              <a:defRPr sz="2667" b="1"/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2400"/>
              <a:buNone/>
              <a:defRPr sz="2400" b="1"/>
            </a:lvl3pPr>
            <a:lvl4pPr marL="1828800" lvl="3" indent="-228600" algn="l">
              <a:spcBef>
                <a:spcPts val="427"/>
              </a:spcBef>
              <a:spcAft>
                <a:spcPts val="0"/>
              </a:spcAft>
              <a:buClr>
                <a:srgbClr val="A5A5A5"/>
              </a:buClr>
              <a:buSzPts val="2133"/>
              <a:buNone/>
              <a:defRPr sz="2133" b="1"/>
            </a:lvl4pPr>
            <a:lvl5pPr marL="2286000" lvl="4" indent="-228600" algn="l">
              <a:spcBef>
                <a:spcPts val="427"/>
              </a:spcBef>
              <a:spcAft>
                <a:spcPts val="0"/>
              </a:spcAft>
              <a:buClr>
                <a:srgbClr val="A5A5A5"/>
              </a:buClr>
              <a:buSzPts val="2133"/>
              <a:buNone/>
              <a:defRPr sz="2133" b="1"/>
            </a:lvl5pPr>
            <a:lvl6pPr marL="2743200" lvl="5" indent="-228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6pPr>
            <a:lvl7pPr marL="3200400" lvl="6" indent="-228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7pPr>
            <a:lvl8pPr marL="3657600" lvl="7" indent="-228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8pPr>
            <a:lvl9pPr marL="4114800" lvl="8" indent="-228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9pPr>
          </a:lstStyle>
          <a:p>
            <a:endParaRPr/>
          </a:p>
        </p:txBody>
      </p:sp>
      <p:sp>
        <p:nvSpPr>
          <p:cNvPr id="58" name="Google Shape;58;p28"/>
          <p:cNvSpPr txBox="1">
            <a:spLocks noGrp="1"/>
          </p:cNvSpPr>
          <p:nvPr>
            <p:ph type="body" idx="2"/>
          </p:nvPr>
        </p:nvSpPr>
        <p:spPr>
          <a:xfrm>
            <a:off x="609603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Char char="•"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42900" algn="l">
              <a:lnSpc>
                <a:spcPct val="155555"/>
              </a:lnSpc>
              <a:spcBef>
                <a:spcPts val="360"/>
              </a:spcBef>
              <a:spcAft>
                <a:spcPts val="0"/>
              </a:spcAft>
              <a:buClr>
                <a:srgbClr val="5C5C5C"/>
              </a:buClr>
              <a:buSzPts val="1800"/>
              <a:buChar char="–"/>
              <a:defRPr sz="18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30200" algn="l">
              <a:lnSpc>
                <a:spcPct val="175000"/>
              </a:lnSpc>
              <a:spcBef>
                <a:spcPts val="320"/>
              </a:spcBef>
              <a:spcAft>
                <a:spcPts val="0"/>
              </a:spcAft>
              <a:buClr>
                <a:srgbClr val="5C5C5C"/>
              </a:buClr>
              <a:buSzPts val="1600"/>
              <a:buChar char="•"/>
              <a:defRPr sz="16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304800" algn="l">
              <a:lnSpc>
                <a:spcPct val="233333"/>
              </a:lnSpc>
              <a:spcBef>
                <a:spcPts val="240"/>
              </a:spcBef>
              <a:spcAft>
                <a:spcPts val="0"/>
              </a:spcAft>
              <a:buClr>
                <a:srgbClr val="5C5C5C"/>
              </a:buClr>
              <a:buSzPts val="1200"/>
              <a:buChar char="–"/>
              <a:defRPr sz="12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lvl="4" indent="-304800" algn="l">
              <a:lnSpc>
                <a:spcPct val="233333"/>
              </a:lnSpc>
              <a:spcBef>
                <a:spcPts val="240"/>
              </a:spcBef>
              <a:spcAft>
                <a:spcPts val="0"/>
              </a:spcAft>
              <a:buClr>
                <a:srgbClr val="5C5C5C"/>
              </a:buClr>
              <a:buSzPts val="1200"/>
              <a:buChar char="»"/>
              <a:defRPr sz="12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lvl="5" indent="-3640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marL="3200400" lvl="6" indent="-3640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marL="3657600" lvl="7" indent="-3640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marL="4114800" lvl="8" indent="-3640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>
            <a:endParaRPr/>
          </a:p>
        </p:txBody>
      </p:sp>
      <p:sp>
        <p:nvSpPr>
          <p:cNvPr id="59" name="Google Shape;59;p28"/>
          <p:cNvSpPr txBox="1">
            <a:spLocks noGrp="1"/>
          </p:cNvSpPr>
          <p:nvPr>
            <p:ph type="body" idx="3"/>
          </p:nvPr>
        </p:nvSpPr>
        <p:spPr>
          <a:xfrm>
            <a:off x="6193373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None/>
              <a:defRPr sz="2400" b="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228600" algn="l">
              <a:spcBef>
                <a:spcPts val="533"/>
              </a:spcBef>
              <a:spcAft>
                <a:spcPts val="0"/>
              </a:spcAft>
              <a:buClr>
                <a:srgbClr val="A5A5A5"/>
              </a:buClr>
              <a:buSzPts val="2667"/>
              <a:buNone/>
              <a:defRPr sz="2667" b="1"/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2400"/>
              <a:buNone/>
              <a:defRPr sz="2400" b="1"/>
            </a:lvl3pPr>
            <a:lvl4pPr marL="1828800" lvl="3" indent="-228600" algn="l">
              <a:spcBef>
                <a:spcPts val="427"/>
              </a:spcBef>
              <a:spcAft>
                <a:spcPts val="0"/>
              </a:spcAft>
              <a:buClr>
                <a:srgbClr val="A5A5A5"/>
              </a:buClr>
              <a:buSzPts val="2133"/>
              <a:buNone/>
              <a:defRPr sz="2133" b="1"/>
            </a:lvl4pPr>
            <a:lvl5pPr marL="2286000" lvl="4" indent="-228600" algn="l">
              <a:spcBef>
                <a:spcPts val="427"/>
              </a:spcBef>
              <a:spcAft>
                <a:spcPts val="0"/>
              </a:spcAft>
              <a:buClr>
                <a:srgbClr val="A5A5A5"/>
              </a:buClr>
              <a:buSzPts val="2133"/>
              <a:buNone/>
              <a:defRPr sz="2133" b="1"/>
            </a:lvl5pPr>
            <a:lvl6pPr marL="2743200" lvl="5" indent="-228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6pPr>
            <a:lvl7pPr marL="3200400" lvl="6" indent="-228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7pPr>
            <a:lvl8pPr marL="3657600" lvl="7" indent="-228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8pPr>
            <a:lvl9pPr marL="4114800" lvl="8" indent="-228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3" name="Google Shape;63;p28"/>
          <p:cNvSpPr txBox="1">
            <a:spLocks noGrp="1"/>
          </p:cNvSpPr>
          <p:nvPr>
            <p:ph type="title"/>
          </p:nvPr>
        </p:nvSpPr>
        <p:spPr>
          <a:xfrm>
            <a:off x="609600" y="35665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  <a:defRPr sz="3600" b="1">
                <a:solidFill>
                  <a:srgbClr val="4D4D4D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8"/>
          <p:cNvSpPr txBox="1">
            <a:spLocks noGrp="1"/>
          </p:cNvSpPr>
          <p:nvPr>
            <p:ph type="body" idx="4"/>
          </p:nvPr>
        </p:nvSpPr>
        <p:spPr>
          <a:xfrm>
            <a:off x="6195480" y="2210330"/>
            <a:ext cx="5386917" cy="3915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Char char="•"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42900" algn="l">
              <a:lnSpc>
                <a:spcPct val="155555"/>
              </a:lnSpc>
              <a:spcBef>
                <a:spcPts val="360"/>
              </a:spcBef>
              <a:spcAft>
                <a:spcPts val="0"/>
              </a:spcAft>
              <a:buClr>
                <a:srgbClr val="5C5C5C"/>
              </a:buClr>
              <a:buSzPts val="1800"/>
              <a:buChar char="–"/>
              <a:defRPr sz="18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30200" algn="l">
              <a:lnSpc>
                <a:spcPct val="175000"/>
              </a:lnSpc>
              <a:spcBef>
                <a:spcPts val="320"/>
              </a:spcBef>
              <a:spcAft>
                <a:spcPts val="0"/>
              </a:spcAft>
              <a:buClr>
                <a:srgbClr val="5C5C5C"/>
              </a:buClr>
              <a:buSzPts val="1600"/>
              <a:buChar char="•"/>
              <a:defRPr sz="16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304800" algn="l">
              <a:lnSpc>
                <a:spcPct val="233333"/>
              </a:lnSpc>
              <a:spcBef>
                <a:spcPts val="240"/>
              </a:spcBef>
              <a:spcAft>
                <a:spcPts val="0"/>
              </a:spcAft>
              <a:buClr>
                <a:srgbClr val="5C5C5C"/>
              </a:buClr>
              <a:buSzPts val="1200"/>
              <a:buChar char="–"/>
              <a:defRPr sz="12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lvl="4" indent="-304800" algn="l">
              <a:lnSpc>
                <a:spcPct val="233333"/>
              </a:lnSpc>
              <a:spcBef>
                <a:spcPts val="240"/>
              </a:spcBef>
              <a:spcAft>
                <a:spcPts val="0"/>
              </a:spcAft>
              <a:buClr>
                <a:srgbClr val="5C5C5C"/>
              </a:buClr>
              <a:buSzPts val="1200"/>
              <a:buChar char="»"/>
              <a:defRPr sz="12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lvl="5" indent="-3640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marL="3200400" lvl="6" indent="-3640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marL="3657600" lvl="7" indent="-3640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marL="4114800" lvl="8" indent="-3640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>
            <a:spLocks noGrp="1"/>
          </p:cNvSpPr>
          <p:nvPr>
            <p:ph type="body" idx="1"/>
          </p:nvPr>
        </p:nvSpPr>
        <p:spPr>
          <a:xfrm>
            <a:off x="609600" y="1628800"/>
            <a:ext cx="5846440" cy="2232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45833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Char char="•"/>
              <a:defRPr sz="2400" b="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55600" algn="l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Char char="–"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42900" algn="l">
              <a:lnSpc>
                <a:spcPct val="166666"/>
              </a:lnSpc>
              <a:spcBef>
                <a:spcPts val="360"/>
              </a:spcBef>
              <a:spcAft>
                <a:spcPts val="0"/>
              </a:spcAft>
              <a:buClr>
                <a:srgbClr val="5C5C5C"/>
              </a:buClr>
              <a:buSzPts val="1800"/>
              <a:buChar char="•"/>
              <a:defRPr sz="18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330200" algn="l">
              <a:lnSpc>
                <a:spcPct val="187500"/>
              </a:lnSpc>
              <a:spcBef>
                <a:spcPts val="320"/>
              </a:spcBef>
              <a:spcAft>
                <a:spcPts val="0"/>
              </a:spcAft>
              <a:buClr>
                <a:srgbClr val="5C5C5C"/>
              </a:buClr>
              <a:buSzPts val="1600"/>
              <a:buChar char="–"/>
              <a:defRPr sz="16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lvl="4" indent="-317500" algn="l">
              <a:lnSpc>
                <a:spcPct val="214285"/>
              </a:lnSpc>
              <a:spcBef>
                <a:spcPts val="280"/>
              </a:spcBef>
              <a:spcAft>
                <a:spcPts val="0"/>
              </a:spcAft>
              <a:buClr>
                <a:srgbClr val="5C5C5C"/>
              </a:buClr>
              <a:buSzPts val="1400"/>
              <a:buChar char="»"/>
              <a:defRPr sz="14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title"/>
          </p:nvPr>
        </p:nvSpPr>
        <p:spPr>
          <a:xfrm>
            <a:off x="609600" y="35665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  <a:defRPr sz="3600" b="1">
                <a:solidFill>
                  <a:srgbClr val="4D4D4D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>
            <a:spLocks noGrp="1"/>
          </p:cNvSpPr>
          <p:nvPr>
            <p:ph type="pic" idx="2"/>
          </p:nvPr>
        </p:nvSpPr>
        <p:spPr>
          <a:xfrm>
            <a:off x="7248128" y="1700807"/>
            <a:ext cx="4032448" cy="3839549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9"/>
          <p:cNvSpPr txBox="1">
            <a:spLocks noGrp="1"/>
          </p:cNvSpPr>
          <p:nvPr>
            <p:ph type="body" idx="3"/>
          </p:nvPr>
        </p:nvSpPr>
        <p:spPr>
          <a:xfrm>
            <a:off x="609600" y="3933056"/>
            <a:ext cx="5846440" cy="2232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45833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Char char="•"/>
              <a:defRPr sz="2400" b="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55600" algn="l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Char char="–"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42900" algn="l">
              <a:lnSpc>
                <a:spcPct val="166666"/>
              </a:lnSpc>
              <a:spcBef>
                <a:spcPts val="360"/>
              </a:spcBef>
              <a:spcAft>
                <a:spcPts val="0"/>
              </a:spcAft>
              <a:buClr>
                <a:srgbClr val="5C5C5C"/>
              </a:buClr>
              <a:buSzPts val="1800"/>
              <a:buChar char="•"/>
              <a:defRPr sz="18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330200" algn="l">
              <a:lnSpc>
                <a:spcPct val="187500"/>
              </a:lnSpc>
              <a:spcBef>
                <a:spcPts val="320"/>
              </a:spcBef>
              <a:spcAft>
                <a:spcPts val="0"/>
              </a:spcAft>
              <a:buClr>
                <a:srgbClr val="5C5C5C"/>
              </a:buClr>
              <a:buSzPts val="1600"/>
              <a:buChar char="–"/>
              <a:defRPr sz="16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lvl="4" indent="-317500" algn="l">
              <a:lnSpc>
                <a:spcPct val="214285"/>
              </a:lnSpc>
              <a:spcBef>
                <a:spcPts val="280"/>
              </a:spcBef>
              <a:spcAft>
                <a:spcPts val="0"/>
              </a:spcAft>
              <a:buClr>
                <a:srgbClr val="5C5C5C"/>
              </a:buClr>
              <a:buSzPts val="1400"/>
              <a:buChar char="»"/>
              <a:defRPr sz="14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body" idx="4"/>
          </p:nvPr>
        </p:nvSpPr>
        <p:spPr>
          <a:xfrm>
            <a:off x="7896200" y="5540357"/>
            <a:ext cx="29661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228600" algn="ctr">
              <a:spcBef>
                <a:spcPts val="320"/>
              </a:spcBef>
              <a:spcAft>
                <a:spcPts val="0"/>
              </a:spcAft>
              <a:buClr>
                <a:srgbClr val="5C5C5C"/>
              </a:buClr>
              <a:buSzPts val="1600"/>
              <a:buNone/>
              <a:defRPr sz="16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body" idx="1"/>
          </p:nvPr>
        </p:nvSpPr>
        <p:spPr>
          <a:xfrm>
            <a:off x="609600" y="1796819"/>
            <a:ext cx="8006680" cy="912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25000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Char char="•"/>
              <a:defRPr sz="2400" b="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55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Char char="–"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55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Char char="•"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342900" algn="l">
              <a:lnSpc>
                <a:spcPct val="166666"/>
              </a:lnSpc>
              <a:spcBef>
                <a:spcPts val="360"/>
              </a:spcBef>
              <a:spcAft>
                <a:spcPts val="0"/>
              </a:spcAft>
              <a:buClr>
                <a:srgbClr val="5C5C5C"/>
              </a:buClr>
              <a:buSzPts val="1800"/>
              <a:buChar char="–"/>
              <a:defRPr sz="18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lvl="4" indent="-330200" algn="l">
              <a:lnSpc>
                <a:spcPct val="187500"/>
              </a:lnSpc>
              <a:spcBef>
                <a:spcPts val="320"/>
              </a:spcBef>
              <a:spcAft>
                <a:spcPts val="0"/>
              </a:spcAft>
              <a:buClr>
                <a:srgbClr val="5C5C5C"/>
              </a:buClr>
              <a:buSzPts val="1600"/>
              <a:buChar char="»"/>
              <a:defRPr sz="16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title"/>
          </p:nvPr>
        </p:nvSpPr>
        <p:spPr>
          <a:xfrm>
            <a:off x="609600" y="35665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  <a:defRPr sz="3600" b="1">
                <a:solidFill>
                  <a:srgbClr val="4D4D4D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>
            <a:spLocks noGrp="1"/>
          </p:cNvSpPr>
          <p:nvPr>
            <p:ph type="pic" idx="2"/>
          </p:nvPr>
        </p:nvSpPr>
        <p:spPr>
          <a:xfrm>
            <a:off x="2783632" y="2852936"/>
            <a:ext cx="6480720" cy="315321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8" name="Google Shape;78;p3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自訂版面配置">
  <p:cSld name="1_自訂版面配置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1"/>
          <p:cNvSpPr txBox="1">
            <a:spLocks noGrp="1"/>
          </p:cNvSpPr>
          <p:nvPr>
            <p:ph type="title"/>
          </p:nvPr>
        </p:nvSpPr>
        <p:spPr>
          <a:xfrm>
            <a:off x="0" y="1268760"/>
            <a:ext cx="1218450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  <a:defRPr sz="4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86" name="Google Shape;86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00056" y="3237504"/>
            <a:ext cx="4091134" cy="184141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1"/>
          <p:cNvSpPr>
            <a:spLocks noGrp="1"/>
          </p:cNvSpPr>
          <p:nvPr>
            <p:ph type="pic" idx="2"/>
          </p:nvPr>
        </p:nvSpPr>
        <p:spPr>
          <a:xfrm>
            <a:off x="2135560" y="2898069"/>
            <a:ext cx="2952328" cy="252028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31"/>
          <p:cNvSpPr txBox="1"/>
          <p:nvPr/>
        </p:nvSpPr>
        <p:spPr>
          <a:xfrm>
            <a:off x="2711624" y="5535326"/>
            <a:ext cx="1800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滿意度調查問卷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67"/>
              <a:buFont typeface="Arial"/>
              <a:buNone/>
              <a:defRPr sz="4267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0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7154" algn="l" rtl="0"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Font typeface="Arial"/>
              <a:buChar char="•"/>
              <a:defRPr sz="1867" b="0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1754" algn="l" rtl="0">
              <a:spcBef>
                <a:spcPts val="293"/>
              </a:spcBef>
              <a:spcAft>
                <a:spcPts val="0"/>
              </a:spcAft>
              <a:buClr>
                <a:srgbClr val="A5A5A5"/>
              </a:buClr>
              <a:buSzPts val="1467"/>
              <a:buFont typeface="Arial"/>
              <a:buChar char="•"/>
              <a:defRPr sz="1467" b="0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63" algn="l" rtl="0">
              <a:spcBef>
                <a:spcPts val="280"/>
              </a:spcBef>
              <a:spcAft>
                <a:spcPts val="0"/>
              </a:spcAft>
              <a:buClr>
                <a:srgbClr val="A5A5A5"/>
              </a:buClr>
              <a:buSzPts val="1401"/>
              <a:buFont typeface="Arial"/>
              <a:buChar char="–"/>
              <a:defRPr sz="1401" b="0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63" algn="l" rtl="0">
              <a:spcBef>
                <a:spcPts val="280"/>
              </a:spcBef>
              <a:spcAft>
                <a:spcPts val="0"/>
              </a:spcAft>
              <a:buClr>
                <a:srgbClr val="A5A5A5"/>
              </a:buClr>
              <a:buSzPts val="1401"/>
              <a:buFont typeface="Arial"/>
              <a:buChar char="»"/>
              <a:defRPr sz="1401" b="0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97954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97954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97954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97954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11" name="Google Shape;11;p20"/>
          <p:cNvGrpSpPr/>
          <p:nvPr/>
        </p:nvGrpSpPr>
        <p:grpSpPr>
          <a:xfrm>
            <a:off x="0" y="1714"/>
            <a:ext cx="12192000" cy="6854572"/>
            <a:chOff x="0" y="1285"/>
            <a:chExt cx="9144000" cy="5140929"/>
          </a:xfrm>
        </p:grpSpPr>
        <p:pic>
          <p:nvPicPr>
            <p:cNvPr id="12" name="Google Shape;12;p20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0" y="1285"/>
              <a:ext cx="9144000" cy="51409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3;p20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8274080" y="4250041"/>
              <a:ext cx="825440" cy="7773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>
            <a:spLocks noGrp="1"/>
          </p:cNvSpPr>
          <p:nvPr>
            <p:ph type="title"/>
          </p:nvPr>
        </p:nvSpPr>
        <p:spPr>
          <a:xfrm>
            <a:off x="609600" y="2276872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4800"/>
              <a:buFont typeface="Microsoft JhengHei"/>
              <a:buNone/>
            </a:pPr>
            <a:r>
              <a:rPr lang="zh-TW"/>
              <a:t>光敏感測器實作</a:t>
            </a:r>
            <a:endParaRPr/>
          </a:p>
        </p:txBody>
      </p:sp>
      <p:sp>
        <p:nvSpPr>
          <p:cNvPr id="94" name="Google Shape;94;p1"/>
          <p:cNvSpPr txBox="1">
            <a:spLocks noGrp="1"/>
          </p:cNvSpPr>
          <p:nvPr>
            <p:ph type="body" idx="1"/>
          </p:nvPr>
        </p:nvSpPr>
        <p:spPr>
          <a:xfrm>
            <a:off x="2681684" y="3479512"/>
            <a:ext cx="6828632" cy="429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20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695400" y="1628800"/>
            <a:ext cx="10887000" cy="413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45833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2400"/>
              <a:buChar char="•"/>
            </a:pPr>
            <a:r>
              <a:rPr lang="zh-TW"/>
              <a:t>光敏感測器簡介與應用</a:t>
            </a:r>
            <a:endParaRPr/>
          </a:p>
          <a:p>
            <a:pPr marL="457177" lvl="0" indent="-457177" algn="l" rtl="0">
              <a:lnSpc>
                <a:spcPct val="145833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Char char="•"/>
            </a:pPr>
            <a:r>
              <a:rPr lang="zh-TW"/>
              <a:t>讀取光敏感測器數值，並與LED燈連動</a:t>
            </a:r>
            <a:endParaRPr/>
          </a:p>
          <a:p>
            <a:pPr marL="457177" lvl="0" indent="-457177" algn="l" rtl="0">
              <a:lnSpc>
                <a:spcPct val="145833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Char char="•"/>
            </a:pPr>
            <a:r>
              <a:rPr lang="zh-TW"/>
              <a:t>將光敏感測器數值顯示於LCD、手機、Line通知、Adafruit平台</a:t>
            </a:r>
            <a:endParaRPr/>
          </a:p>
          <a:p>
            <a:pPr marL="457177" lvl="0" indent="-304777" algn="l" rtl="0">
              <a:lnSpc>
                <a:spcPct val="145833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None/>
            </a:pPr>
            <a:endParaRPr/>
          </a:p>
        </p:txBody>
      </p:sp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609600" y="35665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</a:pPr>
            <a:r>
              <a:rPr lang="zh-TW"/>
              <a:t>大綱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695400" y="1628800"/>
            <a:ext cx="5735217" cy="413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457177" lvl="0" indent="-457177" algn="l" rtl="0">
              <a:lnSpc>
                <a:spcPct val="145833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2400"/>
              <a:buChar char="•"/>
            </a:pPr>
            <a:r>
              <a:rPr lang="zh-TW"/>
              <a:t>光敏感測器（光電感測器）是一種能夠</a:t>
            </a:r>
            <a:r>
              <a:rPr lang="zh-TW">
                <a:solidFill>
                  <a:srgbClr val="FF0000"/>
                </a:solidFill>
              </a:rPr>
              <a:t>檢測光線強度</a:t>
            </a:r>
            <a:r>
              <a:rPr lang="zh-TW"/>
              <a:t>變化的元件，常應用於自動化設備、電子裝置、智慧家居等領域。</a:t>
            </a:r>
            <a:endParaRPr/>
          </a:p>
          <a:p>
            <a:pPr marL="457177" lvl="0" indent="-457177" algn="l" rtl="0">
              <a:lnSpc>
                <a:spcPct val="145833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Char char="•"/>
            </a:pPr>
            <a:r>
              <a:rPr lang="zh-TW"/>
              <a:t>它主要用來將光信號轉換為電信號，從而根據環境的光強度來進行相應的動作或控制。常見的光敏感測器包括光電二極體、光電晶體管和光敏電阻等。</a:t>
            </a:r>
            <a:endParaRPr/>
          </a:p>
        </p:txBody>
      </p:sp>
      <p:sp>
        <p:nvSpPr>
          <p:cNvPr id="106" name="Google Shape;106;p3"/>
          <p:cNvSpPr txBox="1">
            <a:spLocks noGrp="1"/>
          </p:cNvSpPr>
          <p:nvPr>
            <p:ph type="title"/>
          </p:nvPr>
        </p:nvSpPr>
        <p:spPr>
          <a:xfrm>
            <a:off x="609600" y="35665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</a:pPr>
            <a:r>
              <a:rPr lang="zh-TW"/>
              <a:t>光敏感測器簡介與應用</a:t>
            </a:r>
            <a:endParaRPr/>
          </a:p>
        </p:txBody>
      </p:sp>
      <p:pic>
        <p:nvPicPr>
          <p:cNvPr id="107" name="Google Shape;107;p3" descr="一張含有 電子用品, 電路 的圖片&#10;&#10;自動產生的描述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01272" y="1949700"/>
            <a:ext cx="3816424" cy="381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695400" y="1628800"/>
            <a:ext cx="10887000" cy="413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177" lvl="0" indent="-457177" algn="l" rtl="0">
              <a:lnSpc>
                <a:spcPct val="145833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2400"/>
              <a:buChar char="•"/>
            </a:pPr>
            <a:r>
              <a:rPr lang="zh-TW"/>
              <a:t>光敏感測器的工作原理基於</a:t>
            </a:r>
            <a:r>
              <a:rPr lang="zh-TW">
                <a:solidFill>
                  <a:srgbClr val="FF0000"/>
                </a:solidFill>
              </a:rPr>
              <a:t>光電效應</a:t>
            </a:r>
            <a:r>
              <a:rPr lang="zh-TW"/>
              <a:t>，即當感測器接收到光子時會釋放電子，從而改變其電阻或</a:t>
            </a:r>
            <a:r>
              <a:rPr lang="zh-TW">
                <a:solidFill>
                  <a:srgbClr val="FF0000"/>
                </a:solidFill>
              </a:rPr>
              <a:t>電流</a:t>
            </a:r>
            <a:r>
              <a:rPr lang="zh-TW"/>
              <a:t>。這種變化可以被偵測並轉化為電信號。例如：</a:t>
            </a:r>
            <a:endParaRPr/>
          </a:p>
          <a:p>
            <a:pPr marL="990551" lvl="1" indent="-380981" algn="l" rtl="0">
              <a:lnSpc>
                <a:spcPct val="133333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Char char="–"/>
            </a:pPr>
            <a:r>
              <a:rPr lang="zh-TW" sz="2400" b="1"/>
              <a:t>光電二極體</a:t>
            </a:r>
            <a:r>
              <a:rPr lang="zh-TW" sz="2400"/>
              <a:t>：利用光子產生的電子和空穴對來產生電流，</a:t>
            </a:r>
            <a:r>
              <a:rPr lang="zh-TW" sz="2400">
                <a:solidFill>
                  <a:srgbClr val="FF0000"/>
                </a:solidFill>
              </a:rPr>
              <a:t>電流的大小</a:t>
            </a:r>
            <a:r>
              <a:rPr lang="zh-TW" sz="2400"/>
              <a:t>隨著光強度的增加而增強。</a:t>
            </a:r>
            <a:endParaRPr/>
          </a:p>
          <a:p>
            <a:pPr marL="990551" lvl="1" indent="-380981" algn="l" rtl="0">
              <a:lnSpc>
                <a:spcPct val="133333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Char char="–"/>
            </a:pPr>
            <a:r>
              <a:rPr lang="zh-TW" sz="2400" b="1"/>
              <a:t>光電晶體管</a:t>
            </a:r>
            <a:r>
              <a:rPr lang="zh-TW" sz="2400"/>
              <a:t>：當光線照射到感測器時，晶體管內部</a:t>
            </a:r>
            <a:r>
              <a:rPr lang="zh-TW" sz="2400">
                <a:solidFill>
                  <a:srgbClr val="FF0000"/>
                </a:solidFill>
              </a:rPr>
              <a:t>電流增強</a:t>
            </a:r>
            <a:r>
              <a:rPr lang="zh-TW" sz="2400"/>
              <a:t>，並將此變化轉化為輸出信號。</a:t>
            </a:r>
            <a:endParaRPr/>
          </a:p>
          <a:p>
            <a:pPr marL="990551" lvl="1" indent="-380981" algn="l" rtl="0">
              <a:lnSpc>
                <a:spcPct val="133333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Char char="–"/>
            </a:pPr>
            <a:r>
              <a:rPr lang="zh-TW" sz="2400" b="1"/>
              <a:t>光敏電阻</a:t>
            </a:r>
            <a:r>
              <a:rPr lang="zh-TW" sz="2400"/>
              <a:t>：隨著光強度變化，其電阻值會相應變動，通常</a:t>
            </a:r>
            <a:r>
              <a:rPr lang="zh-TW" sz="2400">
                <a:solidFill>
                  <a:srgbClr val="FF0000"/>
                </a:solidFill>
              </a:rPr>
              <a:t>光強增加時電阻減少</a:t>
            </a:r>
            <a:r>
              <a:rPr lang="zh-TW" sz="2400"/>
              <a:t>。</a:t>
            </a:r>
            <a:endParaRPr/>
          </a:p>
          <a:p>
            <a:pPr marL="457177" lvl="0" indent="-304777" algn="l" rtl="0">
              <a:lnSpc>
                <a:spcPct val="145833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None/>
            </a:pPr>
            <a:endParaRPr/>
          </a:p>
        </p:txBody>
      </p:sp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609600" y="35665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</a:pPr>
            <a:r>
              <a:rPr lang="zh-TW"/>
              <a:t>工作原理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body" idx="1"/>
          </p:nvPr>
        </p:nvSpPr>
        <p:spPr>
          <a:xfrm>
            <a:off x="695400" y="1628800"/>
            <a:ext cx="10887000" cy="413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304777" algn="l" rtl="0">
              <a:lnSpc>
                <a:spcPct val="145833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2400"/>
              <a:buNone/>
            </a:pPr>
            <a:endParaRPr/>
          </a:p>
        </p:txBody>
      </p:sp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609600" y="35665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</a:pPr>
            <a:r>
              <a:rPr lang="zh-TW"/>
              <a:t>照度換算</a:t>
            </a:r>
            <a:endParaRPr/>
          </a:p>
        </p:txBody>
      </p:sp>
      <p:pic>
        <p:nvPicPr>
          <p:cNvPr id="120" name="Google Shape;120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5400" y="1628800"/>
            <a:ext cx="10536120" cy="4639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body" idx="1"/>
          </p:nvPr>
        </p:nvSpPr>
        <p:spPr>
          <a:xfrm>
            <a:off x="695400" y="1628800"/>
            <a:ext cx="10887000" cy="413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304777" algn="l" rtl="0">
              <a:lnSpc>
                <a:spcPct val="145833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2400"/>
              <a:buNone/>
            </a:pPr>
            <a:endParaRPr/>
          </a:p>
        </p:txBody>
      </p:sp>
      <p:sp>
        <p:nvSpPr>
          <p:cNvPr id="126" name="Google Shape;126;p6"/>
          <p:cNvSpPr txBox="1">
            <a:spLocks noGrp="1"/>
          </p:cNvSpPr>
          <p:nvPr>
            <p:ph type="title"/>
          </p:nvPr>
        </p:nvSpPr>
        <p:spPr>
          <a:xfrm>
            <a:off x="609600" y="35665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</a:pPr>
            <a:r>
              <a:rPr lang="zh-TW"/>
              <a:t>照度換算</a:t>
            </a:r>
            <a:endParaRPr/>
          </a:p>
        </p:txBody>
      </p:sp>
      <p:pic>
        <p:nvPicPr>
          <p:cNvPr id="127" name="Google Shape;12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5400" y="1640251"/>
            <a:ext cx="9221487" cy="3648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body" idx="1"/>
          </p:nvPr>
        </p:nvSpPr>
        <p:spPr>
          <a:xfrm>
            <a:off x="695400" y="1628800"/>
            <a:ext cx="10887000" cy="413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304777" algn="l" rtl="0">
              <a:lnSpc>
                <a:spcPct val="145833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2400"/>
              <a:buNone/>
            </a:pPr>
            <a:endParaRPr/>
          </a:p>
        </p:txBody>
      </p:sp>
      <p:sp>
        <p:nvSpPr>
          <p:cNvPr id="133" name="Google Shape;133;p7"/>
          <p:cNvSpPr txBox="1">
            <a:spLocks noGrp="1"/>
          </p:cNvSpPr>
          <p:nvPr>
            <p:ph type="title"/>
          </p:nvPr>
        </p:nvSpPr>
        <p:spPr>
          <a:xfrm>
            <a:off x="609600" y="35665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</a:pPr>
            <a:r>
              <a:rPr lang="zh-TW"/>
              <a:t>照度換算</a:t>
            </a:r>
            <a:endParaRPr/>
          </a:p>
        </p:txBody>
      </p:sp>
      <p:pic>
        <p:nvPicPr>
          <p:cNvPr id="134" name="Google Shape;13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5400" y="1688855"/>
            <a:ext cx="9793067" cy="40772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>
            <a:spLocks noGrp="1"/>
          </p:cNvSpPr>
          <p:nvPr>
            <p:ph type="body" idx="1"/>
          </p:nvPr>
        </p:nvSpPr>
        <p:spPr>
          <a:xfrm>
            <a:off x="695400" y="1628800"/>
            <a:ext cx="10887000" cy="413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45833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2400"/>
              <a:buChar char="•"/>
            </a:pPr>
            <a:r>
              <a:rPr lang="zh-TW"/>
              <a:t>規格	</a:t>
            </a:r>
            <a:endParaRPr/>
          </a:p>
          <a:p>
            <a:pPr marL="990551" lvl="1" indent="-380981" algn="l" rtl="0">
              <a:lnSpc>
                <a:spcPct val="133333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Char char="–"/>
            </a:pPr>
            <a:r>
              <a:rPr lang="zh-TW" sz="2400"/>
              <a:t>供電電壓	3.3 ~ 5V DC</a:t>
            </a:r>
            <a:endParaRPr/>
          </a:p>
          <a:p>
            <a:pPr marL="990551" lvl="1" indent="-380981" algn="l" rtl="0">
              <a:lnSpc>
                <a:spcPct val="133333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Char char="–"/>
            </a:pPr>
            <a:r>
              <a:rPr lang="zh-TW" sz="2400"/>
              <a:t>感測器類型  5mm 環保通用光敏二極體</a:t>
            </a:r>
            <a:endParaRPr/>
          </a:p>
          <a:p>
            <a:pPr marL="990551" lvl="1" indent="-380981" algn="l" rtl="0">
              <a:lnSpc>
                <a:spcPct val="133333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Char char="–"/>
            </a:pPr>
            <a:r>
              <a:rPr lang="zh-TW" sz="2400"/>
              <a:t>輸出訊號	類比訊號</a:t>
            </a:r>
            <a:endParaRPr sz="2400"/>
          </a:p>
        </p:txBody>
      </p:sp>
      <p:sp>
        <p:nvSpPr>
          <p:cNvPr id="140" name="Google Shape;140;p8"/>
          <p:cNvSpPr txBox="1">
            <a:spLocks noGrp="1"/>
          </p:cNvSpPr>
          <p:nvPr>
            <p:ph type="title"/>
          </p:nvPr>
        </p:nvSpPr>
        <p:spPr>
          <a:xfrm>
            <a:off x="609600" y="35665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</a:pPr>
            <a:r>
              <a:rPr lang="zh-TW"/>
              <a:t>Circus 光感測模組</a:t>
            </a:r>
            <a:endParaRPr/>
          </a:p>
        </p:txBody>
      </p:sp>
      <p:pic>
        <p:nvPicPr>
          <p:cNvPr id="141" name="Google Shape;14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45075" y="1628800"/>
            <a:ext cx="4137325" cy="41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 dirty="0"/>
              <a:t>EZ Start Kit擴展版</a:t>
            </a:r>
            <a:r>
              <a:rPr lang="en-US" altLang="zh-TW" dirty="0"/>
              <a:t>_</a:t>
            </a:r>
            <a:r>
              <a:rPr lang="zh-TW" altLang="en-US" dirty="0"/>
              <a:t>光感測器</a:t>
            </a:r>
            <a:endParaRPr dirty="0"/>
          </a:p>
        </p:txBody>
      </p:sp>
      <p:sp>
        <p:nvSpPr>
          <p:cNvPr id="114" name="Google Shape;114;p4"/>
          <p:cNvSpPr txBox="1">
            <a:spLocks noGrp="1"/>
          </p:cNvSpPr>
          <p:nvPr>
            <p:ph type="body" idx="1"/>
          </p:nvPr>
        </p:nvSpPr>
        <p:spPr>
          <a:xfrm>
            <a:off x="609600" y="1340769"/>
            <a:ext cx="10972800" cy="4785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338622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/>
          </a:p>
        </p:txBody>
      </p:sp>
      <p:pic>
        <p:nvPicPr>
          <p:cNvPr id="115" name="Google Shape;115;p4"/>
          <p:cNvPicPr preferRelativeResize="0"/>
          <p:nvPr/>
        </p:nvPicPr>
        <p:blipFill rotWithShape="1">
          <a:blip r:embed="rId3">
            <a:alphaModFix/>
          </a:blip>
          <a:srcRect l="3780" t="13738" r="4002" b="10400"/>
          <a:stretch/>
        </p:blipFill>
        <p:spPr>
          <a:xfrm>
            <a:off x="609600" y="1340775"/>
            <a:ext cx="10371174" cy="525499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25;g384ee54203b_1_12">
            <a:extLst>
              <a:ext uri="{FF2B5EF4-FFF2-40B4-BE49-F238E27FC236}">
                <a16:creationId xmlns:a16="http://schemas.microsoft.com/office/drawing/2014/main" id="{820DF442-54AC-4FCA-A7EA-24AA66BF766C}"/>
              </a:ext>
            </a:extLst>
          </p:cNvPr>
          <p:cNvSpPr/>
          <p:nvPr/>
        </p:nvSpPr>
        <p:spPr>
          <a:xfrm>
            <a:off x="8934450" y="4537675"/>
            <a:ext cx="1591050" cy="57725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4ee54203b_1_12"/>
          <p:cNvSpPr txBox="1">
            <a:spLocks noGrp="1"/>
          </p:cNvSpPr>
          <p:nvPr>
            <p:ph type="title"/>
          </p:nvPr>
        </p:nvSpPr>
        <p:spPr>
          <a:xfrm>
            <a:off x="609600" y="274650"/>
            <a:ext cx="4937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ct val="98429"/>
              <a:buFont typeface="Arial"/>
              <a:buNone/>
            </a:pPr>
            <a:r>
              <a:rPr lang="zh-TW"/>
              <a:t>EZ Start Kit擴展版</a:t>
            </a:r>
            <a:br>
              <a:rPr lang="zh-TW"/>
            </a:br>
            <a:r>
              <a:rPr lang="zh-TW"/>
              <a:t>腳位對照圖</a:t>
            </a:r>
            <a:endParaRPr/>
          </a:p>
        </p:txBody>
      </p:sp>
      <p:sp>
        <p:nvSpPr>
          <p:cNvPr id="121" name="Google Shape;121;g384ee54203b_1_12"/>
          <p:cNvSpPr txBox="1">
            <a:spLocks noGrp="1"/>
          </p:cNvSpPr>
          <p:nvPr>
            <p:ph type="body" idx="1"/>
          </p:nvPr>
        </p:nvSpPr>
        <p:spPr>
          <a:xfrm>
            <a:off x="609600" y="1340769"/>
            <a:ext cx="10972800" cy="47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338622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 dirty="0"/>
          </a:p>
        </p:txBody>
      </p:sp>
      <p:pic>
        <p:nvPicPr>
          <p:cNvPr id="122" name="Google Shape;122;g384ee54203b_1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0075" y="0"/>
            <a:ext cx="5601924" cy="657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384ee54203b_1_12"/>
          <p:cNvPicPr preferRelativeResize="0"/>
          <p:nvPr/>
        </p:nvPicPr>
        <p:blipFill rotWithShape="1">
          <a:blip r:embed="rId3">
            <a:alphaModFix/>
          </a:blip>
          <a:srcRect l="54969" t="31738" r="-1096" b="19162"/>
          <a:stretch/>
        </p:blipFill>
        <p:spPr>
          <a:xfrm>
            <a:off x="721187" y="1340769"/>
            <a:ext cx="4713926" cy="523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84ee54203b_1_12"/>
          <p:cNvSpPr/>
          <p:nvPr/>
        </p:nvSpPr>
        <p:spPr>
          <a:xfrm>
            <a:off x="706925" y="1759525"/>
            <a:ext cx="1056600" cy="3757706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84ee54203b_1_12"/>
          <p:cNvSpPr/>
          <p:nvPr/>
        </p:nvSpPr>
        <p:spPr>
          <a:xfrm>
            <a:off x="706925" y="5185375"/>
            <a:ext cx="4429500" cy="331856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 dirty="0"/>
              <a:t>讀取光敏感測器數值</a:t>
            </a:r>
            <a:r>
              <a:rPr lang="zh-TW" altLang="en-US" dirty="0"/>
              <a:t>並顯示於序列埠</a:t>
            </a:r>
            <a:endParaRPr dirty="0"/>
          </a:p>
        </p:txBody>
      </p:sp>
      <p:sp>
        <p:nvSpPr>
          <p:cNvPr id="160" name="Google Shape;160;p10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338622" algn="l" rtl="0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7785AA1-C587-439A-812F-E3ACCA9B6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06" y="1634021"/>
            <a:ext cx="5612104" cy="243315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8D2CF531-038B-4082-97EE-D9E049D69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5548" y="1600201"/>
            <a:ext cx="4131308" cy="21855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6"/>
          <p:cNvSpPr txBox="1">
            <a:spLocks noGrp="1"/>
          </p:cNvSpPr>
          <p:nvPr>
            <p:ph type="title"/>
          </p:nvPr>
        </p:nvSpPr>
        <p:spPr>
          <a:xfrm>
            <a:off x="609600" y="35665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</a:pPr>
            <a:r>
              <a:rPr lang="zh-TW" dirty="0"/>
              <a:t>將光敏感測器數值顯示於</a:t>
            </a:r>
            <a:r>
              <a:rPr lang="en-US" altLang="zh-TW" dirty="0"/>
              <a:t>OLED</a:t>
            </a:r>
            <a:endParaRPr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E11814-EB35-40DC-9848-FFADC48830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FF122C2-4FA5-46A6-BC1F-56573EE55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990" y="1628800"/>
            <a:ext cx="6634628" cy="413732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95A9377-24E9-4B11-8F2A-F23D55E9EC7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481" t="41807" r="31853" b="11666"/>
          <a:stretch/>
        </p:blipFill>
        <p:spPr>
          <a:xfrm rot="16200000">
            <a:off x="7997531" y="978887"/>
            <a:ext cx="2658731" cy="39585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"/>
          <p:cNvSpPr txBox="1">
            <a:spLocks noGrp="1"/>
          </p:cNvSpPr>
          <p:nvPr>
            <p:ph type="title"/>
          </p:nvPr>
        </p:nvSpPr>
        <p:spPr>
          <a:xfrm>
            <a:off x="609600" y="35665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</a:pPr>
            <a:r>
              <a:rPr lang="zh-TW"/>
              <a:t>將光敏感測器數值顯示於手機</a:t>
            </a:r>
            <a:endParaRPr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098BCD9-C775-46CA-B712-3643A7905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28" y="1279726"/>
            <a:ext cx="3799167" cy="510202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7EE0773-F2FF-4F17-A9BC-E49198B3F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8506" y="2765626"/>
            <a:ext cx="5751394" cy="3657394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CC4D91F9-E1E2-48E2-BEDA-26AD880587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4350" y="744995"/>
            <a:ext cx="4057650" cy="219654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B4D59D5D-8EBB-4A0A-8D9F-B04DAF176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909" y="1231273"/>
            <a:ext cx="5122921" cy="2876324"/>
          </a:xfrm>
          <a:prstGeom prst="rect">
            <a:avLst/>
          </a:prstGeom>
        </p:spPr>
      </p:pic>
      <p:sp>
        <p:nvSpPr>
          <p:cNvPr id="252" name="Google Shape;252;p19"/>
          <p:cNvSpPr txBox="1">
            <a:spLocks noGrp="1"/>
          </p:cNvSpPr>
          <p:nvPr>
            <p:ph type="title"/>
          </p:nvPr>
        </p:nvSpPr>
        <p:spPr>
          <a:xfrm>
            <a:off x="609600" y="35665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</a:pPr>
            <a:r>
              <a:rPr lang="zh-TW"/>
              <a:t>將光敏感測器數值顯示於Adafruit平台</a:t>
            </a:r>
            <a:endParaRPr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2CCE8C0-68E0-4E26-92E1-FE75E99BAD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0175" y="3917287"/>
            <a:ext cx="3044235" cy="298655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82576714-90E5-4970-811A-177E29029F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884" y="1385783"/>
            <a:ext cx="5545177" cy="41291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 txBox="1">
            <a:spLocks noGrp="1"/>
          </p:cNvSpPr>
          <p:nvPr>
            <p:ph type="body" idx="1"/>
          </p:nvPr>
        </p:nvSpPr>
        <p:spPr>
          <a:xfrm>
            <a:off x="695400" y="1628800"/>
            <a:ext cx="10887000" cy="413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45833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2400"/>
              <a:buChar char="•"/>
            </a:pPr>
            <a:r>
              <a:rPr lang="zh-TW" dirty="0"/>
              <a:t>RGB LED有</a:t>
            </a:r>
            <a:r>
              <a:rPr lang="en-US" altLang="zh-TW" dirty="0"/>
              <a:t>3</a:t>
            </a:r>
            <a:r>
              <a:rPr lang="zh-TW" dirty="0"/>
              <a:t>顆LED燈，使用時先進行初始化，在顯示模組→彩色燈條→選第2個初始化</a:t>
            </a:r>
            <a:endParaRPr dirty="0"/>
          </a:p>
        </p:txBody>
      </p:sp>
      <p:sp>
        <p:nvSpPr>
          <p:cNvPr id="168" name="Google Shape;168;p11"/>
          <p:cNvSpPr txBox="1">
            <a:spLocks noGrp="1"/>
          </p:cNvSpPr>
          <p:nvPr>
            <p:ph type="title"/>
          </p:nvPr>
        </p:nvSpPr>
        <p:spPr>
          <a:xfrm>
            <a:off x="609600" y="35665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</a:pPr>
            <a:r>
              <a:rPr lang="zh-TW"/>
              <a:t>控制LED燈</a:t>
            </a:r>
            <a:endParaRPr/>
          </a:p>
        </p:txBody>
      </p:sp>
      <p:pic>
        <p:nvPicPr>
          <p:cNvPr id="169" name="Google Shape;169;p11"/>
          <p:cNvPicPr preferRelativeResize="0"/>
          <p:nvPr/>
        </p:nvPicPr>
        <p:blipFill rotWithShape="1">
          <a:blip r:embed="rId3">
            <a:alphaModFix/>
          </a:blip>
          <a:srcRect t="73061" r="83493"/>
          <a:stretch/>
        </p:blipFill>
        <p:spPr>
          <a:xfrm>
            <a:off x="1272208" y="2694721"/>
            <a:ext cx="1252331" cy="114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1"/>
          <p:cNvPicPr preferRelativeResize="0"/>
          <p:nvPr/>
        </p:nvPicPr>
        <p:blipFill rotWithShape="1">
          <a:blip r:embed="rId3">
            <a:alphaModFix/>
          </a:blip>
          <a:srcRect l="19605" t="-3247" r="13665" b="73989"/>
          <a:stretch/>
        </p:blipFill>
        <p:spPr>
          <a:xfrm>
            <a:off x="3385760" y="2645566"/>
            <a:ext cx="5062501" cy="1240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1"/>
          <p:cNvSpPr/>
          <p:nvPr/>
        </p:nvSpPr>
        <p:spPr>
          <a:xfrm>
            <a:off x="1321477" y="3534162"/>
            <a:ext cx="1252330" cy="4314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3544358" y="3281951"/>
            <a:ext cx="4625607" cy="55455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 dirty="0"/>
              <a:t>EZ Start Kit擴展版</a:t>
            </a:r>
            <a:r>
              <a:rPr lang="en-US" altLang="zh-TW" dirty="0"/>
              <a:t>_</a:t>
            </a:r>
            <a:r>
              <a:rPr lang="zh-TW" altLang="en-US" dirty="0"/>
              <a:t>光感測器</a:t>
            </a:r>
            <a:endParaRPr dirty="0"/>
          </a:p>
        </p:txBody>
      </p:sp>
      <p:sp>
        <p:nvSpPr>
          <p:cNvPr id="114" name="Google Shape;114;p4"/>
          <p:cNvSpPr txBox="1">
            <a:spLocks noGrp="1"/>
          </p:cNvSpPr>
          <p:nvPr>
            <p:ph type="body" idx="1"/>
          </p:nvPr>
        </p:nvSpPr>
        <p:spPr>
          <a:xfrm>
            <a:off x="609600" y="1340769"/>
            <a:ext cx="10972800" cy="4785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338622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/>
          </a:p>
        </p:txBody>
      </p:sp>
      <p:pic>
        <p:nvPicPr>
          <p:cNvPr id="115" name="Google Shape;115;p4"/>
          <p:cNvPicPr preferRelativeResize="0"/>
          <p:nvPr/>
        </p:nvPicPr>
        <p:blipFill rotWithShape="1">
          <a:blip r:embed="rId3">
            <a:alphaModFix/>
          </a:blip>
          <a:srcRect l="3780" t="13738" r="4002" b="10400"/>
          <a:stretch/>
        </p:blipFill>
        <p:spPr>
          <a:xfrm>
            <a:off x="609600" y="1340775"/>
            <a:ext cx="10371174" cy="525499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25;g384ee54203b_1_12">
            <a:extLst>
              <a:ext uri="{FF2B5EF4-FFF2-40B4-BE49-F238E27FC236}">
                <a16:creationId xmlns:a16="http://schemas.microsoft.com/office/drawing/2014/main" id="{820DF442-54AC-4FCA-A7EA-24AA66BF766C}"/>
              </a:ext>
            </a:extLst>
          </p:cNvPr>
          <p:cNvSpPr/>
          <p:nvPr/>
        </p:nvSpPr>
        <p:spPr>
          <a:xfrm>
            <a:off x="4204136" y="4632925"/>
            <a:ext cx="1891863" cy="55820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51482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4ee54203b_1_12"/>
          <p:cNvSpPr txBox="1">
            <a:spLocks noGrp="1"/>
          </p:cNvSpPr>
          <p:nvPr>
            <p:ph type="title"/>
          </p:nvPr>
        </p:nvSpPr>
        <p:spPr>
          <a:xfrm>
            <a:off x="609600" y="274650"/>
            <a:ext cx="4937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ct val="98429"/>
              <a:buFont typeface="Arial"/>
              <a:buNone/>
            </a:pPr>
            <a:r>
              <a:rPr lang="zh-TW"/>
              <a:t>EZ Start Kit擴展版</a:t>
            </a:r>
            <a:br>
              <a:rPr lang="zh-TW"/>
            </a:br>
            <a:r>
              <a:rPr lang="zh-TW"/>
              <a:t>腳位對照圖</a:t>
            </a:r>
            <a:endParaRPr/>
          </a:p>
        </p:txBody>
      </p:sp>
      <p:sp>
        <p:nvSpPr>
          <p:cNvPr id="121" name="Google Shape;121;g384ee54203b_1_12"/>
          <p:cNvSpPr txBox="1">
            <a:spLocks noGrp="1"/>
          </p:cNvSpPr>
          <p:nvPr>
            <p:ph type="body" idx="1"/>
          </p:nvPr>
        </p:nvSpPr>
        <p:spPr>
          <a:xfrm>
            <a:off x="609600" y="1340769"/>
            <a:ext cx="10972800" cy="47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338622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 dirty="0"/>
          </a:p>
        </p:txBody>
      </p:sp>
      <p:pic>
        <p:nvPicPr>
          <p:cNvPr id="122" name="Google Shape;122;g384ee54203b_1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0075" y="0"/>
            <a:ext cx="5601924" cy="657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384ee54203b_1_12"/>
          <p:cNvPicPr preferRelativeResize="0"/>
          <p:nvPr/>
        </p:nvPicPr>
        <p:blipFill rotWithShape="1">
          <a:blip r:embed="rId3">
            <a:alphaModFix/>
          </a:blip>
          <a:srcRect l="54969" t="31738" r="-1096" b="19162"/>
          <a:stretch/>
        </p:blipFill>
        <p:spPr>
          <a:xfrm>
            <a:off x="721187" y="1340769"/>
            <a:ext cx="4713926" cy="523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84ee54203b_1_12"/>
          <p:cNvSpPr/>
          <p:nvPr/>
        </p:nvSpPr>
        <p:spPr>
          <a:xfrm>
            <a:off x="706925" y="1759525"/>
            <a:ext cx="1056600" cy="2364422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84ee54203b_1_12"/>
          <p:cNvSpPr/>
          <p:nvPr/>
        </p:nvSpPr>
        <p:spPr>
          <a:xfrm>
            <a:off x="706925" y="3792091"/>
            <a:ext cx="4429500" cy="331856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2904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6F469B8-734E-4F8B-8BFA-5647E69F2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913" y="1521768"/>
            <a:ext cx="6592754" cy="4176915"/>
          </a:xfrm>
          <a:prstGeom prst="rect">
            <a:avLst/>
          </a:prstGeom>
        </p:spPr>
      </p:pic>
      <p:sp>
        <p:nvSpPr>
          <p:cNvPr id="192" name="Google Shape;192;p13"/>
          <p:cNvSpPr txBox="1">
            <a:spLocks noGrp="1"/>
          </p:cNvSpPr>
          <p:nvPr>
            <p:ph type="body" idx="1"/>
          </p:nvPr>
        </p:nvSpPr>
        <p:spPr>
          <a:xfrm>
            <a:off x="695400" y="1628800"/>
            <a:ext cx="4625607" cy="413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45833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2400"/>
              <a:buChar char="•"/>
            </a:pPr>
            <a:r>
              <a:rPr lang="zh-TW"/>
              <a:t>初始化RGB LED</a:t>
            </a:r>
            <a:endParaRPr/>
          </a:p>
          <a:p>
            <a:pPr marL="457177" lvl="0" indent="-457177" algn="l" rtl="0">
              <a:lnSpc>
                <a:spcPct val="145833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Char char="•"/>
            </a:pPr>
            <a:r>
              <a:rPr lang="zh-TW"/>
              <a:t>設定每顆LED燈的顏色</a:t>
            </a:r>
            <a:endParaRPr/>
          </a:p>
          <a:p>
            <a:pPr marL="457177" lvl="0" indent="-457177" algn="l" rtl="0">
              <a:lnSpc>
                <a:spcPct val="145833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Char char="•"/>
            </a:pPr>
            <a:r>
              <a:rPr lang="zh-TW"/>
              <a:t>刷新LED燈顏色</a:t>
            </a:r>
            <a:endParaRPr/>
          </a:p>
          <a:p>
            <a:pPr marL="457177" lvl="0" indent="-457177" algn="l" rtl="0">
              <a:lnSpc>
                <a:spcPct val="145833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Char char="•"/>
            </a:pPr>
            <a:r>
              <a:rPr lang="zh-TW"/>
              <a:t>延遲</a:t>
            </a:r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title"/>
          </p:nvPr>
        </p:nvSpPr>
        <p:spPr>
          <a:xfrm>
            <a:off x="609600" y="35665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</a:pPr>
            <a:r>
              <a:rPr lang="zh-TW"/>
              <a:t>控制LED燈</a:t>
            </a:r>
            <a:endParaRPr/>
          </a:p>
        </p:txBody>
      </p:sp>
      <p:sp>
        <p:nvSpPr>
          <p:cNvPr id="194" name="Google Shape;194;p13"/>
          <p:cNvSpPr/>
          <p:nvPr/>
        </p:nvSpPr>
        <p:spPr>
          <a:xfrm>
            <a:off x="5664877" y="3053438"/>
            <a:ext cx="5635914" cy="1661437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5529943" y="1908058"/>
            <a:ext cx="6582694" cy="622106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5682343" y="4708019"/>
            <a:ext cx="4067944" cy="43304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5664450" y="5141059"/>
            <a:ext cx="2227220" cy="49654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" name="Google Shape;198;p13"/>
          <p:cNvCxnSpPr>
            <a:cxnSpLocks/>
            <a:endCxn id="195" idx="1"/>
          </p:cNvCxnSpPr>
          <p:nvPr/>
        </p:nvCxnSpPr>
        <p:spPr>
          <a:xfrm>
            <a:off x="3486150" y="2066925"/>
            <a:ext cx="2043793" cy="152186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9" name="Google Shape;199;p13"/>
          <p:cNvCxnSpPr>
            <a:cxnSpLocks/>
          </p:cNvCxnSpPr>
          <p:nvPr/>
        </p:nvCxnSpPr>
        <p:spPr>
          <a:xfrm>
            <a:off x="4305300" y="2686250"/>
            <a:ext cx="1219613" cy="62445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0" name="Google Shape;200;p13"/>
          <p:cNvCxnSpPr>
            <a:cxnSpLocks/>
          </p:cNvCxnSpPr>
          <p:nvPr/>
        </p:nvCxnSpPr>
        <p:spPr>
          <a:xfrm>
            <a:off x="3390900" y="3350035"/>
            <a:ext cx="2139043" cy="1661437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1" name="Google Shape;201;p13"/>
          <p:cNvCxnSpPr>
            <a:cxnSpLocks/>
          </p:cNvCxnSpPr>
          <p:nvPr/>
        </p:nvCxnSpPr>
        <p:spPr>
          <a:xfrm>
            <a:off x="1924050" y="3902242"/>
            <a:ext cx="3605893" cy="1467663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"/>
          <p:cNvSpPr txBox="1">
            <a:spLocks noGrp="1"/>
          </p:cNvSpPr>
          <p:nvPr>
            <p:ph type="body" idx="1"/>
          </p:nvPr>
        </p:nvSpPr>
        <p:spPr>
          <a:xfrm>
            <a:off x="695400" y="1628800"/>
            <a:ext cx="10887000" cy="413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45833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2400"/>
              <a:buChar char="•"/>
            </a:pPr>
            <a:r>
              <a:rPr lang="zh-TW" altLang="en-US" dirty="0"/>
              <a:t>讀取</a:t>
            </a:r>
            <a:r>
              <a:rPr lang="zh-TW" altLang="zh-TW" dirty="0"/>
              <a:t>光敏數值</a:t>
            </a:r>
            <a:endParaRPr lang="en-US" altLang="zh-TW" dirty="0"/>
          </a:p>
          <a:p>
            <a:pPr marL="457177" lvl="0" indent="-457177" algn="l" rtl="0">
              <a:lnSpc>
                <a:spcPct val="145833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2400"/>
              <a:buChar char="•"/>
            </a:pPr>
            <a:r>
              <a:rPr lang="zh-TW" altLang="en-US" dirty="0"/>
              <a:t>將數值顯示於</a:t>
            </a:r>
            <a:r>
              <a:rPr lang="en-US" altLang="zh-TW" dirty="0"/>
              <a:t>OLED</a:t>
            </a:r>
          </a:p>
          <a:p>
            <a:pPr marL="457177" lvl="0" indent="-457177" algn="l" rtl="0">
              <a:lnSpc>
                <a:spcPct val="145833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2400"/>
              <a:buChar char="•"/>
            </a:pPr>
            <a:r>
              <a:rPr lang="zh-TW" dirty="0"/>
              <a:t>當光敏數值小於1000時，開啟LED燈</a:t>
            </a:r>
            <a:endParaRPr dirty="0"/>
          </a:p>
        </p:txBody>
      </p:sp>
      <p:sp>
        <p:nvSpPr>
          <p:cNvPr id="207" name="Google Shape;207;p14"/>
          <p:cNvSpPr txBox="1">
            <a:spLocks noGrp="1"/>
          </p:cNvSpPr>
          <p:nvPr>
            <p:ph type="title"/>
          </p:nvPr>
        </p:nvSpPr>
        <p:spPr>
          <a:xfrm>
            <a:off x="609600" y="35665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</a:pPr>
            <a:r>
              <a:rPr lang="zh-TW" dirty="0"/>
              <a:t>光敏感測器</a:t>
            </a:r>
            <a:r>
              <a:rPr lang="zh-TW" altLang="en-US" dirty="0"/>
              <a:t>作業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Mayas Theme Color">
      <a:dk1>
        <a:srgbClr val="5C5C5C"/>
      </a:dk1>
      <a:lt1>
        <a:srgbClr val="FFFFFF"/>
      </a:lt1>
      <a:dk2>
        <a:srgbClr val="3F3F3F"/>
      </a:dk2>
      <a:lt2>
        <a:srgbClr val="FCFCFC"/>
      </a:lt2>
      <a:accent1>
        <a:srgbClr val="1B6AA3"/>
      </a:accent1>
      <a:accent2>
        <a:srgbClr val="84CBC5"/>
      </a:accent2>
      <a:accent3>
        <a:srgbClr val="F8D35E"/>
      </a:accent3>
      <a:accent4>
        <a:srgbClr val="F47264"/>
      </a:accent4>
      <a:accent5>
        <a:srgbClr val="7CC8EC"/>
      </a:accent5>
      <a:accent6>
        <a:srgbClr val="868AD1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482</Words>
  <Application>Microsoft Office PowerPoint</Application>
  <PresentationFormat>寬螢幕</PresentationFormat>
  <Paragraphs>40</Paragraphs>
  <Slides>19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3" baseType="lpstr">
      <vt:lpstr>Microsoft JhengHei</vt:lpstr>
      <vt:lpstr>Arial</vt:lpstr>
      <vt:lpstr>Calibri</vt:lpstr>
      <vt:lpstr>1_Office Theme</vt:lpstr>
      <vt:lpstr>光敏感測器實作</vt:lpstr>
      <vt:lpstr>大綱</vt:lpstr>
      <vt:lpstr>光敏感測器簡介與應用</vt:lpstr>
      <vt:lpstr>工作原理</vt:lpstr>
      <vt:lpstr>照度換算</vt:lpstr>
      <vt:lpstr>照度換算</vt:lpstr>
      <vt:lpstr>照度換算</vt:lpstr>
      <vt:lpstr>Circus 光感測模組</vt:lpstr>
      <vt:lpstr>EZ Start Kit擴展版_光感測器</vt:lpstr>
      <vt:lpstr>EZ Start Kit擴展版 腳位對照圖</vt:lpstr>
      <vt:lpstr>讀取光敏感測器數值並顯示於序列埠</vt:lpstr>
      <vt:lpstr>將光敏感測器數值顯示於OLED</vt:lpstr>
      <vt:lpstr>將光敏感測器數值顯示於手機</vt:lpstr>
      <vt:lpstr>將光敏感測器數值顯示於Adafruit平台</vt:lpstr>
      <vt:lpstr>控制LED燈</vt:lpstr>
      <vt:lpstr>EZ Start Kit擴展版_光感測器</vt:lpstr>
      <vt:lpstr>EZ Start Kit擴展版 腳位對照圖</vt:lpstr>
      <vt:lpstr>控制LED燈</vt:lpstr>
      <vt:lpstr>光敏感測器作業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光敏感測器實作</dc:title>
  <dc:creator>user</dc:creator>
  <cp:lastModifiedBy>Roki</cp:lastModifiedBy>
  <cp:revision>8</cp:revision>
  <dcterms:created xsi:type="dcterms:W3CDTF">2024-11-07T07:09:09Z</dcterms:created>
  <dcterms:modified xsi:type="dcterms:W3CDTF">2025-11-03T02:37:42Z</dcterms:modified>
</cp:coreProperties>
</file>
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90" r:id="rId7"/>
    <p:sldId id="288" r:id="rId8"/>
    <p:sldId id="289" r:id="rId9"/>
    <p:sldId id="261" r:id="rId10"/>
    <p:sldId id="262" r:id="rId11"/>
    <p:sldId id="263" r:id="rId12"/>
    <p:sldId id="264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iWT8KKVVoOnpIIkx4z8c8oSh2Z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4ee54203b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g384ee54203b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4ee54203b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g384ee54203b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815814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837966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4ee54203b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g384ee54203b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423099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0" name="Google Shape;15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3" name="Google Shape;23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9" name="Google Shape;23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0" name="Google Shape;25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1" name="Google Shape;26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3" name="Google Shape;27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5" name="Google Shape;29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6" name="Google Shape;30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6" name="Google Shape;31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3" name="Google Shape;33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6" name="Google Shape;34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1" name="Google Shape;36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7" name="Google Shape;37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5" name="Google Shape;39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2" name="Google Shape;40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9" name="Google Shape;40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內容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3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3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4"/>
          <p:cNvSpPr txBox="1">
            <a:spLocks noGrp="1"/>
          </p:cNvSpPr>
          <p:nvPr>
            <p:ph type="ctrTitle"/>
          </p:nvPr>
        </p:nvSpPr>
        <p:spPr>
          <a:xfrm>
            <a:off x="914400" y="177281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6000"/>
              <a:buFont typeface="Microsoft JhengHei"/>
              <a:buNone/>
              <a:defRPr sz="6000" b="1">
                <a:solidFill>
                  <a:srgbClr val="4D4D4D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4"/>
          <p:cNvSpPr txBox="1">
            <a:spLocks noGrp="1"/>
          </p:cNvSpPr>
          <p:nvPr>
            <p:ph type="subTitle" idx="1"/>
          </p:nvPr>
        </p:nvSpPr>
        <p:spPr>
          <a:xfrm>
            <a:off x="4055224" y="4231177"/>
            <a:ext cx="4081549" cy="623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None/>
              <a:defRPr sz="24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9A9A9A"/>
              </a:buClr>
              <a:buSzPts val="1600"/>
              <a:buNone/>
              <a:defRPr>
                <a:solidFill>
                  <a:srgbClr val="9A9A9A"/>
                </a:solidFill>
              </a:defRPr>
            </a:lvl2pPr>
            <a:lvl3pPr lvl="2" algn="ctr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Clr>
                <a:srgbClr val="9A9A9A"/>
              </a:buClr>
              <a:buSzPts val="1467"/>
              <a:buNone/>
              <a:defRPr>
                <a:solidFill>
                  <a:srgbClr val="9A9A9A"/>
                </a:solidFill>
              </a:defRPr>
            </a:lvl3pPr>
            <a:lvl4pPr lvl="3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9A9A9A"/>
              </a:buClr>
              <a:buSzPts val="1401"/>
              <a:buNone/>
              <a:defRPr>
                <a:solidFill>
                  <a:srgbClr val="9A9A9A"/>
                </a:solidFill>
              </a:defRPr>
            </a:lvl4pPr>
            <a:lvl5pPr lvl="4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9A9A9A"/>
              </a:buClr>
              <a:buSzPts val="1401"/>
              <a:buNone/>
              <a:defRPr>
                <a:solidFill>
                  <a:srgbClr val="9A9A9A"/>
                </a:solidFill>
              </a:defRPr>
            </a:lvl5pPr>
            <a:lvl6pPr lvl="5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9A9A9A"/>
              </a:buClr>
              <a:buSzPts val="2667"/>
              <a:buNone/>
              <a:defRPr>
                <a:solidFill>
                  <a:srgbClr val="9A9A9A"/>
                </a:solidFill>
              </a:defRPr>
            </a:lvl6pPr>
            <a:lvl7pPr lvl="6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9A9A9A"/>
              </a:buClr>
              <a:buSzPts val="2667"/>
              <a:buNone/>
              <a:defRPr>
                <a:solidFill>
                  <a:srgbClr val="9A9A9A"/>
                </a:solidFill>
              </a:defRPr>
            </a:lvl7pPr>
            <a:lvl8pPr lvl="7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9A9A9A"/>
              </a:buClr>
              <a:buSzPts val="2667"/>
              <a:buNone/>
              <a:defRPr>
                <a:solidFill>
                  <a:srgbClr val="9A9A9A"/>
                </a:solidFill>
              </a:defRPr>
            </a:lvl8pPr>
            <a:lvl9pPr lvl="8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9A9A9A"/>
              </a:buClr>
              <a:buSzPts val="2667"/>
              <a:buNone/>
              <a:defRPr>
                <a:solidFill>
                  <a:srgbClr val="9A9A9A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34"/>
          <p:cNvSpPr txBox="1">
            <a:spLocks noGrp="1"/>
          </p:cNvSpPr>
          <p:nvPr>
            <p:ph type="body" idx="2"/>
          </p:nvPr>
        </p:nvSpPr>
        <p:spPr>
          <a:xfrm>
            <a:off x="2724582" y="3438663"/>
            <a:ext cx="6742832" cy="429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None/>
              <a:defRPr sz="24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-2">
  <p:cSld name="Title Slide-2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5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5445224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p35"/>
          <p:cNvSpPr txBox="1">
            <a:spLocks noGrp="1"/>
          </p:cNvSpPr>
          <p:nvPr>
            <p:ph type="subTitle" idx="1"/>
          </p:nvPr>
        </p:nvSpPr>
        <p:spPr>
          <a:xfrm>
            <a:off x="4055225" y="5733256"/>
            <a:ext cx="4081549" cy="623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None/>
              <a:defRPr sz="24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9A9A9A"/>
              </a:buClr>
              <a:buSzPts val="1600"/>
              <a:buNone/>
              <a:defRPr>
                <a:solidFill>
                  <a:srgbClr val="9A9A9A"/>
                </a:solidFill>
              </a:defRPr>
            </a:lvl2pPr>
            <a:lvl3pPr lvl="2" algn="ctr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Clr>
                <a:srgbClr val="9A9A9A"/>
              </a:buClr>
              <a:buSzPts val="1467"/>
              <a:buNone/>
              <a:defRPr>
                <a:solidFill>
                  <a:srgbClr val="9A9A9A"/>
                </a:solidFill>
              </a:defRPr>
            </a:lvl3pPr>
            <a:lvl4pPr lvl="3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9A9A9A"/>
              </a:buClr>
              <a:buSzPts val="1401"/>
              <a:buNone/>
              <a:defRPr>
                <a:solidFill>
                  <a:srgbClr val="9A9A9A"/>
                </a:solidFill>
              </a:defRPr>
            </a:lvl4pPr>
            <a:lvl5pPr lvl="4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9A9A9A"/>
              </a:buClr>
              <a:buSzPts val="1401"/>
              <a:buNone/>
              <a:defRPr>
                <a:solidFill>
                  <a:srgbClr val="9A9A9A"/>
                </a:solidFill>
              </a:defRPr>
            </a:lvl5pPr>
            <a:lvl6pPr lvl="5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9A9A9A"/>
              </a:buClr>
              <a:buSzPts val="2667"/>
              <a:buNone/>
              <a:defRPr>
                <a:solidFill>
                  <a:srgbClr val="9A9A9A"/>
                </a:solidFill>
              </a:defRPr>
            </a:lvl6pPr>
            <a:lvl7pPr lvl="6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9A9A9A"/>
              </a:buClr>
              <a:buSzPts val="2667"/>
              <a:buNone/>
              <a:defRPr>
                <a:solidFill>
                  <a:srgbClr val="9A9A9A"/>
                </a:solidFill>
              </a:defRPr>
            </a:lvl7pPr>
            <a:lvl8pPr lvl="7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9A9A9A"/>
              </a:buClr>
              <a:buSzPts val="2667"/>
              <a:buNone/>
              <a:defRPr>
                <a:solidFill>
                  <a:srgbClr val="9A9A9A"/>
                </a:solidFill>
              </a:defRPr>
            </a:lvl8pPr>
            <a:lvl9pPr lvl="8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9A9A9A"/>
              </a:buClr>
              <a:buSzPts val="2667"/>
              <a:buNone/>
              <a:defRPr>
                <a:solidFill>
                  <a:srgbClr val="9A9A9A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e">
  <p:cSld name="introduc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6"/>
          <p:cNvSpPr txBox="1">
            <a:spLocks noGrp="1"/>
          </p:cNvSpPr>
          <p:nvPr>
            <p:ph type="title"/>
          </p:nvPr>
        </p:nvSpPr>
        <p:spPr>
          <a:xfrm>
            <a:off x="506026" y="3127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Font typeface="Microsoft JhengHei"/>
              <a:buNone/>
              <a:defRPr sz="3600" b="1">
                <a:solidFill>
                  <a:srgbClr val="4D4D4D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2" name="Google Shape;32;p36"/>
          <p:cNvSpPr txBox="1">
            <a:spLocks noGrp="1"/>
          </p:cNvSpPr>
          <p:nvPr>
            <p:ph type="body" idx="1"/>
          </p:nvPr>
        </p:nvSpPr>
        <p:spPr>
          <a:xfrm>
            <a:off x="1384907" y="4293096"/>
            <a:ext cx="2063578" cy="509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5C5C5C"/>
              </a:buClr>
              <a:buSzPts val="2800"/>
              <a:buNone/>
              <a:defRPr sz="2800" b="1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36"/>
          <p:cNvSpPr txBox="1">
            <a:spLocks noGrp="1"/>
          </p:cNvSpPr>
          <p:nvPr>
            <p:ph type="body" idx="2"/>
          </p:nvPr>
        </p:nvSpPr>
        <p:spPr>
          <a:xfrm>
            <a:off x="4511824" y="1819064"/>
            <a:ext cx="6552728" cy="182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2000"/>
              <a:buNone/>
              <a:defRPr sz="2000" b="1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55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454545"/>
              </a:buClr>
              <a:buSzPts val="2000"/>
              <a:buChar char="–"/>
              <a:defRPr sz="2000">
                <a:solidFill>
                  <a:srgbClr val="45454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36"/>
          <p:cNvSpPr>
            <a:spLocks noGrp="1"/>
          </p:cNvSpPr>
          <p:nvPr>
            <p:ph type="pic" idx="3"/>
          </p:nvPr>
        </p:nvSpPr>
        <p:spPr>
          <a:xfrm>
            <a:off x="1113656" y="1628770"/>
            <a:ext cx="2606080" cy="2540658"/>
          </a:xfrm>
          <a:prstGeom prst="ellipse">
            <a:avLst/>
          </a:prstGeom>
          <a:noFill/>
          <a:ln>
            <a:noFill/>
          </a:ln>
        </p:spPr>
      </p:sp>
      <p:sp>
        <p:nvSpPr>
          <p:cNvPr id="35" name="Google Shape;35;p36"/>
          <p:cNvSpPr txBox="1">
            <a:spLocks noGrp="1"/>
          </p:cNvSpPr>
          <p:nvPr>
            <p:ph type="body" idx="4"/>
          </p:nvPr>
        </p:nvSpPr>
        <p:spPr>
          <a:xfrm>
            <a:off x="1384907" y="4802767"/>
            <a:ext cx="2063578" cy="509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7E7E7E"/>
              </a:buClr>
              <a:buSzPts val="2400"/>
              <a:buNone/>
              <a:defRPr sz="2400" b="1">
                <a:solidFill>
                  <a:srgbClr val="7E7E7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6"/>
          <p:cNvSpPr txBox="1">
            <a:spLocks noGrp="1"/>
          </p:cNvSpPr>
          <p:nvPr>
            <p:ph type="body" idx="5"/>
          </p:nvPr>
        </p:nvSpPr>
        <p:spPr>
          <a:xfrm>
            <a:off x="4511824" y="3717032"/>
            <a:ext cx="6552728" cy="182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None/>
              <a:defRPr sz="2000" b="1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55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454545"/>
              </a:buClr>
              <a:buSzPts val="2000"/>
              <a:buChar char="–"/>
              <a:defRPr sz="2000">
                <a:solidFill>
                  <a:srgbClr val="45454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7"/>
          <p:cNvSpPr txBox="1">
            <a:spLocks noGrp="1"/>
          </p:cNvSpPr>
          <p:nvPr>
            <p:ph type="body" idx="1"/>
          </p:nvPr>
        </p:nvSpPr>
        <p:spPr>
          <a:xfrm>
            <a:off x="695400" y="1628800"/>
            <a:ext cx="10887000" cy="413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45833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Char char="•"/>
              <a:defRPr sz="2400" b="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42900" algn="l">
              <a:lnSpc>
                <a:spcPct val="177777"/>
              </a:lnSpc>
              <a:spcBef>
                <a:spcPts val="360"/>
              </a:spcBef>
              <a:spcAft>
                <a:spcPts val="0"/>
              </a:spcAft>
              <a:buClr>
                <a:srgbClr val="5C5C5C"/>
              </a:buClr>
              <a:buSzPts val="1800"/>
              <a:buChar char="–"/>
              <a:defRPr sz="18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355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Char char="•"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lvl="3" indent="-330200" algn="l">
              <a:lnSpc>
                <a:spcPct val="187500"/>
              </a:lnSpc>
              <a:spcBef>
                <a:spcPts val="320"/>
              </a:spcBef>
              <a:spcAft>
                <a:spcPts val="0"/>
              </a:spcAft>
              <a:buClr>
                <a:srgbClr val="5C5C5C"/>
              </a:buClr>
              <a:buSzPts val="1600"/>
              <a:buChar char="–"/>
              <a:defRPr sz="16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lvl="4" indent="-317500" algn="l">
              <a:lnSpc>
                <a:spcPct val="214285"/>
              </a:lnSpc>
              <a:spcBef>
                <a:spcPts val="280"/>
              </a:spcBef>
              <a:spcAft>
                <a:spcPts val="0"/>
              </a:spcAft>
              <a:buClr>
                <a:srgbClr val="5C5C5C"/>
              </a:buClr>
              <a:buSzPts val="1400"/>
              <a:buChar char="»"/>
              <a:defRPr sz="14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3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2" name="Google Shape;42;p37"/>
          <p:cNvSpPr txBox="1">
            <a:spLocks noGrp="1"/>
          </p:cNvSpPr>
          <p:nvPr>
            <p:ph type="title"/>
          </p:nvPr>
        </p:nvSpPr>
        <p:spPr>
          <a:xfrm>
            <a:off x="609600" y="35665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Font typeface="Microsoft JhengHei"/>
              <a:buNone/>
              <a:defRPr sz="3600" b="1">
                <a:solidFill>
                  <a:srgbClr val="4D4D4D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-2">
  <p:cSld name="Title Only-2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8"/>
          <p:cNvSpPr txBox="1">
            <a:spLocks noGrp="1"/>
          </p:cNvSpPr>
          <p:nvPr>
            <p:ph type="title"/>
          </p:nvPr>
        </p:nvSpPr>
        <p:spPr>
          <a:xfrm>
            <a:off x="609600" y="2276872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4800"/>
              <a:buFont typeface="Microsoft JhengHei"/>
              <a:buNone/>
              <a:defRPr sz="4800" b="1">
                <a:solidFill>
                  <a:srgbClr val="4D4D4D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8" name="Google Shape;48;p38"/>
          <p:cNvSpPr txBox="1"/>
          <p:nvPr/>
        </p:nvSpPr>
        <p:spPr>
          <a:xfrm>
            <a:off x="623397" y="1604798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8"/>
          <p:cNvSpPr txBox="1">
            <a:spLocks noGrp="1"/>
          </p:cNvSpPr>
          <p:nvPr>
            <p:ph type="body" idx="1"/>
          </p:nvPr>
        </p:nvSpPr>
        <p:spPr>
          <a:xfrm>
            <a:off x="2681684" y="3479512"/>
            <a:ext cx="6828632" cy="429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None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9"/>
          <p:cNvSpPr txBox="1">
            <a:spLocks noGrp="1"/>
          </p:cNvSpPr>
          <p:nvPr>
            <p:ph type="body" idx="1"/>
          </p:nvPr>
        </p:nvSpPr>
        <p:spPr>
          <a:xfrm>
            <a:off x="609600" y="1796819"/>
            <a:ext cx="10972800" cy="413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45833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Char char="•"/>
              <a:defRPr sz="2400" b="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55600" algn="l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Char char="–"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355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Char char="•"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lvl="3" indent="-330200" algn="l">
              <a:lnSpc>
                <a:spcPct val="187500"/>
              </a:lnSpc>
              <a:spcBef>
                <a:spcPts val="320"/>
              </a:spcBef>
              <a:spcAft>
                <a:spcPts val="0"/>
              </a:spcAft>
              <a:buClr>
                <a:srgbClr val="5C5C5C"/>
              </a:buClr>
              <a:buSzPts val="1600"/>
              <a:buChar char="–"/>
              <a:defRPr sz="16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lvl="4" indent="-317500" algn="l">
              <a:lnSpc>
                <a:spcPct val="214285"/>
              </a:lnSpc>
              <a:spcBef>
                <a:spcPts val="280"/>
              </a:spcBef>
              <a:spcAft>
                <a:spcPts val="0"/>
              </a:spcAft>
              <a:buClr>
                <a:srgbClr val="5C5C5C"/>
              </a:buClr>
              <a:buSzPts val="1400"/>
              <a:buChar char="»"/>
              <a:defRPr sz="14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3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5" name="Google Shape;55;p39"/>
          <p:cNvSpPr txBox="1">
            <a:spLocks noGrp="1"/>
          </p:cNvSpPr>
          <p:nvPr>
            <p:ph type="title"/>
          </p:nvPr>
        </p:nvSpPr>
        <p:spPr>
          <a:xfrm>
            <a:off x="609600" y="35665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Font typeface="Microsoft JhengHei"/>
              <a:buNone/>
              <a:defRPr sz="3600" b="1">
                <a:solidFill>
                  <a:srgbClr val="4D4D4D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0"/>
          <p:cNvSpPr txBox="1">
            <a:spLocks noGrp="1"/>
          </p:cNvSpPr>
          <p:nvPr>
            <p:ph type="body" idx="1"/>
          </p:nvPr>
        </p:nvSpPr>
        <p:spPr>
          <a:xfrm>
            <a:off x="609603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None/>
              <a:defRPr sz="2400" b="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A5A5A5"/>
              </a:buClr>
              <a:buSzPts val="2667"/>
              <a:buNone/>
              <a:defRPr sz="2667" b="1"/>
            </a:lvl2pPr>
            <a:lvl3pPr marL="1371600" lvl="2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2400"/>
              <a:buNone/>
              <a:defRPr sz="2400" b="1"/>
            </a:lvl3pPr>
            <a:lvl4pPr marL="1828800" lvl="3" indent="-228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rgbClr val="A5A5A5"/>
              </a:buClr>
              <a:buSzPts val="2133"/>
              <a:buNone/>
              <a:defRPr sz="2133" b="1"/>
            </a:lvl4pPr>
            <a:lvl5pPr marL="2286000" lvl="4" indent="-228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rgbClr val="A5A5A5"/>
              </a:buClr>
              <a:buSzPts val="2133"/>
              <a:buNone/>
              <a:defRPr sz="2133" b="1"/>
            </a:lvl5pPr>
            <a:lvl6pPr marL="2743200" lvl="5" indent="-228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 b="1"/>
            </a:lvl6pPr>
            <a:lvl7pPr marL="3200400" lvl="6" indent="-228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 b="1"/>
            </a:lvl7pPr>
            <a:lvl8pPr marL="3657600" lvl="7" indent="-228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 b="1"/>
            </a:lvl8pPr>
            <a:lvl9pPr marL="4114800" lvl="8" indent="-228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 b="1"/>
            </a:lvl9pPr>
          </a:lstStyle>
          <a:p>
            <a:endParaRPr/>
          </a:p>
        </p:txBody>
      </p:sp>
      <p:sp>
        <p:nvSpPr>
          <p:cNvPr id="58" name="Google Shape;58;p40"/>
          <p:cNvSpPr txBox="1">
            <a:spLocks noGrp="1"/>
          </p:cNvSpPr>
          <p:nvPr>
            <p:ph type="body" idx="2"/>
          </p:nvPr>
        </p:nvSpPr>
        <p:spPr>
          <a:xfrm>
            <a:off x="609603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Char char="•"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42900" algn="l">
              <a:lnSpc>
                <a:spcPct val="155555"/>
              </a:lnSpc>
              <a:spcBef>
                <a:spcPts val="360"/>
              </a:spcBef>
              <a:spcAft>
                <a:spcPts val="0"/>
              </a:spcAft>
              <a:buClr>
                <a:srgbClr val="5C5C5C"/>
              </a:buClr>
              <a:buSzPts val="1800"/>
              <a:buChar char="–"/>
              <a:defRPr sz="18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330200" algn="l">
              <a:lnSpc>
                <a:spcPct val="175000"/>
              </a:lnSpc>
              <a:spcBef>
                <a:spcPts val="320"/>
              </a:spcBef>
              <a:spcAft>
                <a:spcPts val="0"/>
              </a:spcAft>
              <a:buClr>
                <a:srgbClr val="5C5C5C"/>
              </a:buClr>
              <a:buSzPts val="1600"/>
              <a:buChar char="•"/>
              <a:defRPr sz="16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lvl="3" indent="-304800" algn="l">
              <a:lnSpc>
                <a:spcPct val="233333"/>
              </a:lnSpc>
              <a:spcBef>
                <a:spcPts val="240"/>
              </a:spcBef>
              <a:spcAft>
                <a:spcPts val="0"/>
              </a:spcAft>
              <a:buClr>
                <a:srgbClr val="5C5C5C"/>
              </a:buClr>
              <a:buSzPts val="1200"/>
              <a:buChar char="–"/>
              <a:defRPr sz="12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lvl="4" indent="-304800" algn="l">
              <a:lnSpc>
                <a:spcPct val="233333"/>
              </a:lnSpc>
              <a:spcBef>
                <a:spcPts val="240"/>
              </a:spcBef>
              <a:spcAft>
                <a:spcPts val="0"/>
              </a:spcAft>
              <a:buClr>
                <a:srgbClr val="5C5C5C"/>
              </a:buClr>
              <a:buSzPts val="1200"/>
              <a:buChar char="»"/>
              <a:defRPr sz="12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lvl="5" indent="-364045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marL="3200400" lvl="6" indent="-364045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marL="3657600" lvl="7" indent="-364045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marL="4114800" lvl="8" indent="-364045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>
            <a:endParaRPr/>
          </a:p>
        </p:txBody>
      </p:sp>
      <p:sp>
        <p:nvSpPr>
          <p:cNvPr id="59" name="Google Shape;59;p40"/>
          <p:cNvSpPr txBox="1">
            <a:spLocks noGrp="1"/>
          </p:cNvSpPr>
          <p:nvPr>
            <p:ph type="body" idx="3"/>
          </p:nvPr>
        </p:nvSpPr>
        <p:spPr>
          <a:xfrm>
            <a:off x="6193373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None/>
              <a:defRPr sz="2400" b="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A5A5A5"/>
              </a:buClr>
              <a:buSzPts val="2667"/>
              <a:buNone/>
              <a:defRPr sz="2667" b="1"/>
            </a:lvl2pPr>
            <a:lvl3pPr marL="1371600" lvl="2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2400"/>
              <a:buNone/>
              <a:defRPr sz="2400" b="1"/>
            </a:lvl3pPr>
            <a:lvl4pPr marL="1828800" lvl="3" indent="-228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rgbClr val="A5A5A5"/>
              </a:buClr>
              <a:buSzPts val="2133"/>
              <a:buNone/>
              <a:defRPr sz="2133" b="1"/>
            </a:lvl4pPr>
            <a:lvl5pPr marL="2286000" lvl="4" indent="-228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rgbClr val="A5A5A5"/>
              </a:buClr>
              <a:buSzPts val="2133"/>
              <a:buNone/>
              <a:defRPr sz="2133" b="1"/>
            </a:lvl5pPr>
            <a:lvl6pPr marL="2743200" lvl="5" indent="-228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 b="1"/>
            </a:lvl6pPr>
            <a:lvl7pPr marL="3200400" lvl="6" indent="-228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 b="1"/>
            </a:lvl7pPr>
            <a:lvl8pPr marL="3657600" lvl="7" indent="-228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 b="1"/>
            </a:lvl8pPr>
            <a:lvl9pPr marL="4114800" lvl="8" indent="-228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 b="1"/>
            </a:lvl9pPr>
          </a:lstStyle>
          <a:p>
            <a:endParaRPr/>
          </a:p>
        </p:txBody>
      </p:sp>
      <p:sp>
        <p:nvSpPr>
          <p:cNvPr id="60" name="Google Shape;60;p4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3" name="Google Shape;63;p40"/>
          <p:cNvSpPr txBox="1">
            <a:spLocks noGrp="1"/>
          </p:cNvSpPr>
          <p:nvPr>
            <p:ph type="title"/>
          </p:nvPr>
        </p:nvSpPr>
        <p:spPr>
          <a:xfrm>
            <a:off x="609600" y="35665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Font typeface="Microsoft JhengHei"/>
              <a:buNone/>
              <a:defRPr sz="3600" b="1">
                <a:solidFill>
                  <a:srgbClr val="4D4D4D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0"/>
          <p:cNvSpPr txBox="1">
            <a:spLocks noGrp="1"/>
          </p:cNvSpPr>
          <p:nvPr>
            <p:ph type="body" idx="4"/>
          </p:nvPr>
        </p:nvSpPr>
        <p:spPr>
          <a:xfrm>
            <a:off x="6195480" y="2210330"/>
            <a:ext cx="5386917" cy="3915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Char char="•"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42900" algn="l">
              <a:lnSpc>
                <a:spcPct val="155555"/>
              </a:lnSpc>
              <a:spcBef>
                <a:spcPts val="360"/>
              </a:spcBef>
              <a:spcAft>
                <a:spcPts val="0"/>
              </a:spcAft>
              <a:buClr>
                <a:srgbClr val="5C5C5C"/>
              </a:buClr>
              <a:buSzPts val="1800"/>
              <a:buChar char="–"/>
              <a:defRPr sz="18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330200" algn="l">
              <a:lnSpc>
                <a:spcPct val="175000"/>
              </a:lnSpc>
              <a:spcBef>
                <a:spcPts val="320"/>
              </a:spcBef>
              <a:spcAft>
                <a:spcPts val="0"/>
              </a:spcAft>
              <a:buClr>
                <a:srgbClr val="5C5C5C"/>
              </a:buClr>
              <a:buSzPts val="1600"/>
              <a:buChar char="•"/>
              <a:defRPr sz="16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lvl="3" indent="-304800" algn="l">
              <a:lnSpc>
                <a:spcPct val="233333"/>
              </a:lnSpc>
              <a:spcBef>
                <a:spcPts val="240"/>
              </a:spcBef>
              <a:spcAft>
                <a:spcPts val="0"/>
              </a:spcAft>
              <a:buClr>
                <a:srgbClr val="5C5C5C"/>
              </a:buClr>
              <a:buSzPts val="1200"/>
              <a:buChar char="–"/>
              <a:defRPr sz="12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lvl="4" indent="-304800" algn="l">
              <a:lnSpc>
                <a:spcPct val="233333"/>
              </a:lnSpc>
              <a:spcBef>
                <a:spcPts val="240"/>
              </a:spcBef>
              <a:spcAft>
                <a:spcPts val="0"/>
              </a:spcAft>
              <a:buClr>
                <a:srgbClr val="5C5C5C"/>
              </a:buClr>
              <a:buSzPts val="1200"/>
              <a:buChar char="»"/>
              <a:defRPr sz="12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lvl="5" indent="-364045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marL="3200400" lvl="6" indent="-364045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marL="3657600" lvl="7" indent="-364045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marL="4114800" lvl="8" indent="-364045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1"/>
          <p:cNvSpPr txBox="1">
            <a:spLocks noGrp="1"/>
          </p:cNvSpPr>
          <p:nvPr>
            <p:ph type="body" idx="1"/>
          </p:nvPr>
        </p:nvSpPr>
        <p:spPr>
          <a:xfrm>
            <a:off x="609600" y="1628800"/>
            <a:ext cx="5846440" cy="2232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45833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Char char="•"/>
              <a:defRPr sz="2400" b="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55600" algn="l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Char char="–"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342900" algn="l">
              <a:lnSpc>
                <a:spcPct val="166666"/>
              </a:lnSpc>
              <a:spcBef>
                <a:spcPts val="360"/>
              </a:spcBef>
              <a:spcAft>
                <a:spcPts val="0"/>
              </a:spcAft>
              <a:buClr>
                <a:srgbClr val="5C5C5C"/>
              </a:buClr>
              <a:buSzPts val="1800"/>
              <a:buChar char="•"/>
              <a:defRPr sz="18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lvl="3" indent="-330200" algn="l">
              <a:lnSpc>
                <a:spcPct val="187500"/>
              </a:lnSpc>
              <a:spcBef>
                <a:spcPts val="320"/>
              </a:spcBef>
              <a:spcAft>
                <a:spcPts val="0"/>
              </a:spcAft>
              <a:buClr>
                <a:srgbClr val="5C5C5C"/>
              </a:buClr>
              <a:buSzPts val="1600"/>
              <a:buChar char="–"/>
              <a:defRPr sz="16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lvl="4" indent="-317500" algn="l">
              <a:lnSpc>
                <a:spcPct val="214285"/>
              </a:lnSpc>
              <a:spcBef>
                <a:spcPts val="280"/>
              </a:spcBef>
              <a:spcAft>
                <a:spcPts val="0"/>
              </a:spcAft>
              <a:buClr>
                <a:srgbClr val="5C5C5C"/>
              </a:buClr>
              <a:buSzPts val="1400"/>
              <a:buChar char="»"/>
              <a:defRPr sz="14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4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70" name="Google Shape;70;p41"/>
          <p:cNvSpPr txBox="1">
            <a:spLocks noGrp="1"/>
          </p:cNvSpPr>
          <p:nvPr>
            <p:ph type="title"/>
          </p:nvPr>
        </p:nvSpPr>
        <p:spPr>
          <a:xfrm>
            <a:off x="609600" y="35665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Font typeface="Microsoft JhengHei"/>
              <a:buNone/>
              <a:defRPr sz="3600" b="1">
                <a:solidFill>
                  <a:srgbClr val="4D4D4D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1"/>
          <p:cNvSpPr>
            <a:spLocks noGrp="1"/>
          </p:cNvSpPr>
          <p:nvPr>
            <p:ph type="pic" idx="2"/>
          </p:nvPr>
        </p:nvSpPr>
        <p:spPr>
          <a:xfrm>
            <a:off x="7248128" y="1700807"/>
            <a:ext cx="4032448" cy="3839549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41"/>
          <p:cNvSpPr txBox="1">
            <a:spLocks noGrp="1"/>
          </p:cNvSpPr>
          <p:nvPr>
            <p:ph type="body" idx="3"/>
          </p:nvPr>
        </p:nvSpPr>
        <p:spPr>
          <a:xfrm>
            <a:off x="609600" y="3933056"/>
            <a:ext cx="5846440" cy="2232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45833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Char char="•"/>
              <a:defRPr sz="2400" b="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55600" algn="l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Char char="–"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342900" algn="l">
              <a:lnSpc>
                <a:spcPct val="166666"/>
              </a:lnSpc>
              <a:spcBef>
                <a:spcPts val="360"/>
              </a:spcBef>
              <a:spcAft>
                <a:spcPts val="0"/>
              </a:spcAft>
              <a:buClr>
                <a:srgbClr val="5C5C5C"/>
              </a:buClr>
              <a:buSzPts val="1800"/>
              <a:buChar char="•"/>
              <a:defRPr sz="18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lvl="3" indent="-330200" algn="l">
              <a:lnSpc>
                <a:spcPct val="187500"/>
              </a:lnSpc>
              <a:spcBef>
                <a:spcPts val="320"/>
              </a:spcBef>
              <a:spcAft>
                <a:spcPts val="0"/>
              </a:spcAft>
              <a:buClr>
                <a:srgbClr val="5C5C5C"/>
              </a:buClr>
              <a:buSzPts val="1600"/>
              <a:buChar char="–"/>
              <a:defRPr sz="16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lvl="4" indent="-317500" algn="l">
              <a:lnSpc>
                <a:spcPct val="214285"/>
              </a:lnSpc>
              <a:spcBef>
                <a:spcPts val="280"/>
              </a:spcBef>
              <a:spcAft>
                <a:spcPts val="0"/>
              </a:spcAft>
              <a:buClr>
                <a:srgbClr val="5C5C5C"/>
              </a:buClr>
              <a:buSzPts val="1400"/>
              <a:buChar char="»"/>
              <a:defRPr sz="14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41"/>
          <p:cNvSpPr txBox="1">
            <a:spLocks noGrp="1"/>
          </p:cNvSpPr>
          <p:nvPr>
            <p:ph type="body" idx="4"/>
          </p:nvPr>
        </p:nvSpPr>
        <p:spPr>
          <a:xfrm>
            <a:off x="7896200" y="5540357"/>
            <a:ext cx="29661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marL="1371600" lvl="2" indent="-2286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C5C5C"/>
              </a:buClr>
              <a:buSzPts val="1600"/>
              <a:buNone/>
              <a:defRPr sz="16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>
            <a:spLocks noGrp="1"/>
          </p:cNvSpPr>
          <p:nvPr>
            <p:ph type="body" idx="1"/>
          </p:nvPr>
        </p:nvSpPr>
        <p:spPr>
          <a:xfrm>
            <a:off x="609600" y="1796819"/>
            <a:ext cx="8006680" cy="912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25000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Char char="•"/>
              <a:defRPr sz="2400" b="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55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Char char="–"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355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Char char="•"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lvl="3" indent="-342900" algn="l">
              <a:lnSpc>
                <a:spcPct val="166666"/>
              </a:lnSpc>
              <a:spcBef>
                <a:spcPts val="360"/>
              </a:spcBef>
              <a:spcAft>
                <a:spcPts val="0"/>
              </a:spcAft>
              <a:buClr>
                <a:srgbClr val="5C5C5C"/>
              </a:buClr>
              <a:buSzPts val="1800"/>
              <a:buChar char="–"/>
              <a:defRPr sz="18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lvl="4" indent="-330200" algn="l">
              <a:lnSpc>
                <a:spcPct val="187500"/>
              </a:lnSpc>
              <a:spcBef>
                <a:spcPts val="320"/>
              </a:spcBef>
              <a:spcAft>
                <a:spcPts val="0"/>
              </a:spcAft>
              <a:buClr>
                <a:srgbClr val="5C5C5C"/>
              </a:buClr>
              <a:buSzPts val="1600"/>
              <a:buChar char="»"/>
              <a:defRPr sz="16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title"/>
          </p:nvPr>
        </p:nvSpPr>
        <p:spPr>
          <a:xfrm>
            <a:off x="609600" y="35665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Font typeface="Microsoft JhengHei"/>
              <a:buNone/>
              <a:defRPr sz="3600" b="1">
                <a:solidFill>
                  <a:srgbClr val="4D4D4D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2"/>
          <p:cNvSpPr>
            <a:spLocks noGrp="1"/>
          </p:cNvSpPr>
          <p:nvPr>
            <p:ph type="pic" idx="2"/>
          </p:nvPr>
        </p:nvSpPr>
        <p:spPr>
          <a:xfrm>
            <a:off x="2783632" y="2852936"/>
            <a:ext cx="6480720" cy="315321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8" name="Google Shape;78;p4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自訂版面配置">
  <p:cSld name="1_自訂版面配置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3"/>
          <p:cNvSpPr txBox="1">
            <a:spLocks noGrp="1"/>
          </p:cNvSpPr>
          <p:nvPr>
            <p:ph type="title"/>
          </p:nvPr>
        </p:nvSpPr>
        <p:spPr>
          <a:xfrm>
            <a:off x="0" y="1268760"/>
            <a:ext cx="1218450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  <a:defRPr sz="4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86" name="Google Shape;86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00056" y="3237504"/>
            <a:ext cx="4091134" cy="184141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3"/>
          <p:cNvSpPr>
            <a:spLocks noGrp="1"/>
          </p:cNvSpPr>
          <p:nvPr>
            <p:ph type="pic" idx="2"/>
          </p:nvPr>
        </p:nvSpPr>
        <p:spPr>
          <a:xfrm>
            <a:off x="2135560" y="2898069"/>
            <a:ext cx="2952328" cy="252028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43"/>
          <p:cNvSpPr txBox="1"/>
          <p:nvPr/>
        </p:nvSpPr>
        <p:spPr>
          <a:xfrm>
            <a:off x="2711624" y="5535326"/>
            <a:ext cx="1800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zh-TW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滿意度調查問卷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2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67"/>
              <a:buFont typeface="Arial"/>
              <a:buNone/>
              <a:defRPr sz="4267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2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7154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Font typeface="Arial"/>
              <a:buChar char="•"/>
              <a:defRPr sz="1867" b="0" i="0" u="none" strike="noStrike" cap="non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1754" algn="l" rtl="0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Clr>
                <a:srgbClr val="A5A5A5"/>
              </a:buClr>
              <a:buSzPts val="1467"/>
              <a:buFont typeface="Arial"/>
              <a:buChar char="•"/>
              <a:defRPr sz="1467" b="0" i="0" u="none" strike="noStrike" cap="non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63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A5A5A5"/>
              </a:buClr>
              <a:buSzPts val="1401"/>
              <a:buFont typeface="Arial"/>
              <a:buChar char="–"/>
              <a:defRPr sz="1401" b="0" i="0" u="none" strike="noStrike" cap="non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63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A5A5A5"/>
              </a:buClr>
              <a:buSzPts val="1401"/>
              <a:buFont typeface="Arial"/>
              <a:buChar char="»"/>
              <a:defRPr sz="1401" b="0" i="0" u="none" strike="noStrike" cap="non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3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11" name="Google Shape;11;p32"/>
          <p:cNvGrpSpPr/>
          <p:nvPr/>
        </p:nvGrpSpPr>
        <p:grpSpPr>
          <a:xfrm>
            <a:off x="0" y="1714"/>
            <a:ext cx="12192000" cy="6854572"/>
            <a:chOff x="0" y="1285"/>
            <a:chExt cx="9144000" cy="5140929"/>
          </a:xfrm>
        </p:grpSpPr>
        <p:pic>
          <p:nvPicPr>
            <p:cNvPr id="12" name="Google Shape;12;p32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0" y="1285"/>
              <a:ext cx="9144000" cy="51409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3;p32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8274080" y="4250041"/>
              <a:ext cx="825440" cy="7773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2FG8crXmKx-5uHnMDjycVa7bBqvIBCXC/view?usp=drive_link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hyperlink" Target="https://drive.google.com/file/d/12FG8crXmKx-5uHnMDjycVa7bBqvIBCXC/view?usp=drive_link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3746639" y="3044279"/>
            <a:ext cx="469872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4400"/>
              <a:buFont typeface="Microsoft JhengHei"/>
              <a:buNone/>
            </a:pPr>
            <a:r>
              <a:rPr lang="zh-TW" sz="4400" b="1" i="0" u="none" strike="noStrike" cap="none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溫溼度感測器實作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/>
        </p:nvSpPr>
        <p:spPr>
          <a:xfrm>
            <a:off x="194346" y="548680"/>
            <a:ext cx="908133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zh-TW" sz="4000" b="1" i="0" u="none" strike="noStrike" cap="none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讀取</a:t>
            </a:r>
            <a:r>
              <a:rPr lang="zh-TW" sz="4000" b="1" i="0" u="sng" strike="noStrike" cap="none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/>
              </a:rPr>
              <a:t>DHT11</a:t>
            </a:r>
            <a:r>
              <a:rPr lang="zh-TW" sz="4000" b="1" i="0" u="none" strike="noStrike" cap="none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溫濕度數值及於序列埠顯示</a:t>
            </a:r>
            <a:endParaRPr sz="4000" b="1" i="0" u="none" strike="noStrike" cap="none">
              <a:solidFill>
                <a:srgbClr val="5C5C5C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86957" y="1719198"/>
            <a:ext cx="4695246" cy="2701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4350" y="1391850"/>
            <a:ext cx="7092599" cy="523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溫溼度感測器讀取積木說明</a:t>
            </a:r>
            <a:endParaRPr/>
          </a:p>
        </p:txBody>
      </p:sp>
      <p:sp>
        <p:nvSpPr>
          <p:cNvPr id="106" name="Google Shape;106;p3"/>
          <p:cNvSpPr txBox="1">
            <a:spLocks noGrp="1"/>
          </p:cNvSpPr>
          <p:nvPr>
            <p:ph type="body" idx="1"/>
          </p:nvPr>
        </p:nvSpPr>
        <p:spPr>
          <a:xfrm>
            <a:off x="609600" y="1417639"/>
            <a:ext cx="10972800" cy="4708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457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可用DHT11、DHT21、DHT22三種型號</a:t>
            </a:r>
            <a:endParaRPr sz="2400"/>
          </a:p>
          <a:p>
            <a:pPr marL="457177" lvl="0" indent="-338622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None/>
            </a:pPr>
            <a:endParaRPr/>
          </a:p>
          <a:p>
            <a:pPr marL="457177" lvl="0" indent="-338622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None/>
            </a:pPr>
            <a:endParaRPr/>
          </a:p>
          <a:p>
            <a:pPr marL="457177" lvl="0" indent="-338622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None/>
            </a:pPr>
            <a:endParaRPr/>
          </a:p>
          <a:p>
            <a:pPr marL="457177" lvl="0" indent="-338622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None/>
            </a:pPr>
            <a:endParaRPr/>
          </a:p>
          <a:p>
            <a:pPr marL="457177" lvl="0" indent="-338622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None/>
            </a:pPr>
            <a:endParaRPr/>
          </a:p>
          <a:p>
            <a:pPr marL="457177" lvl="0" indent="-338622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None/>
            </a:pPr>
            <a:endParaRPr/>
          </a:p>
          <a:p>
            <a:pPr marL="457177" lvl="0" indent="-338622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None/>
            </a:pPr>
            <a:endParaRPr/>
          </a:p>
          <a:p>
            <a:pPr marL="457177" lvl="0" indent="-457177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可選擇要讀取溫度或濕度</a:t>
            </a:r>
            <a:endParaRPr/>
          </a:p>
        </p:txBody>
      </p:sp>
      <p:pic>
        <p:nvPicPr>
          <p:cNvPr id="107" name="Google Shape;10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408" y="1761677"/>
            <a:ext cx="6782747" cy="2457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5440" y="4656023"/>
            <a:ext cx="6782747" cy="1927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EZ Start Kit擴展版說明</a:t>
            </a:r>
            <a:endParaRPr/>
          </a:p>
        </p:txBody>
      </p:sp>
      <p:sp>
        <p:nvSpPr>
          <p:cNvPr id="114" name="Google Shape;114;p4"/>
          <p:cNvSpPr txBox="1">
            <a:spLocks noGrp="1"/>
          </p:cNvSpPr>
          <p:nvPr>
            <p:ph type="body" idx="1"/>
          </p:nvPr>
        </p:nvSpPr>
        <p:spPr>
          <a:xfrm>
            <a:off x="609600" y="1340769"/>
            <a:ext cx="10972800" cy="4785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338622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None/>
            </a:pPr>
            <a:endParaRPr/>
          </a:p>
        </p:txBody>
      </p:sp>
      <p:pic>
        <p:nvPicPr>
          <p:cNvPr id="115" name="Google Shape;115;p4"/>
          <p:cNvPicPr preferRelativeResize="0"/>
          <p:nvPr/>
        </p:nvPicPr>
        <p:blipFill rotWithShape="1">
          <a:blip r:embed="rId3">
            <a:alphaModFix/>
          </a:blip>
          <a:srcRect l="3780" t="13738" r="4002" b="10400"/>
          <a:stretch/>
        </p:blipFill>
        <p:spPr>
          <a:xfrm>
            <a:off x="609600" y="1340775"/>
            <a:ext cx="10371174" cy="5254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4ee54203b_1_12"/>
          <p:cNvSpPr txBox="1">
            <a:spLocks noGrp="1"/>
          </p:cNvSpPr>
          <p:nvPr>
            <p:ph type="title"/>
          </p:nvPr>
        </p:nvSpPr>
        <p:spPr>
          <a:xfrm>
            <a:off x="609600" y="274650"/>
            <a:ext cx="4937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ct val="98429"/>
              <a:buFont typeface="Arial"/>
              <a:buNone/>
            </a:pPr>
            <a:r>
              <a:rPr lang="zh-TW"/>
              <a:t>EZ Start Kit擴展版</a:t>
            </a:r>
            <a:br>
              <a:rPr lang="zh-TW"/>
            </a:br>
            <a:r>
              <a:rPr lang="zh-TW"/>
              <a:t>腳位對照圖</a:t>
            </a:r>
            <a:endParaRPr/>
          </a:p>
        </p:txBody>
      </p:sp>
      <p:sp>
        <p:nvSpPr>
          <p:cNvPr id="121" name="Google Shape;121;g384ee54203b_1_12"/>
          <p:cNvSpPr txBox="1">
            <a:spLocks noGrp="1"/>
          </p:cNvSpPr>
          <p:nvPr>
            <p:ph type="body" idx="1"/>
          </p:nvPr>
        </p:nvSpPr>
        <p:spPr>
          <a:xfrm>
            <a:off x="609600" y="1340769"/>
            <a:ext cx="10972800" cy="47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338622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None/>
            </a:pPr>
            <a:endParaRPr/>
          </a:p>
        </p:txBody>
      </p:sp>
      <p:pic>
        <p:nvPicPr>
          <p:cNvPr id="122" name="Google Shape;122;g384ee54203b_1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0075" y="0"/>
            <a:ext cx="5601924" cy="657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384ee54203b_1_12"/>
          <p:cNvPicPr preferRelativeResize="0"/>
          <p:nvPr/>
        </p:nvPicPr>
        <p:blipFill rotWithShape="1">
          <a:blip r:embed="rId3">
            <a:alphaModFix/>
          </a:blip>
          <a:srcRect l="53874" b="50900"/>
          <a:stretch/>
        </p:blipFill>
        <p:spPr>
          <a:xfrm>
            <a:off x="706925" y="1340775"/>
            <a:ext cx="4713926" cy="523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84ee54203b_1_12"/>
          <p:cNvSpPr/>
          <p:nvPr/>
        </p:nvSpPr>
        <p:spPr>
          <a:xfrm>
            <a:off x="706925" y="1759525"/>
            <a:ext cx="1056600" cy="398130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84ee54203b_1_12"/>
          <p:cNvSpPr/>
          <p:nvPr/>
        </p:nvSpPr>
        <p:spPr>
          <a:xfrm>
            <a:off x="706925" y="5347300"/>
            <a:ext cx="4429500" cy="39360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4ee54203b_1_12"/>
          <p:cNvSpPr txBox="1">
            <a:spLocks noGrp="1"/>
          </p:cNvSpPr>
          <p:nvPr>
            <p:ph type="title"/>
          </p:nvPr>
        </p:nvSpPr>
        <p:spPr>
          <a:xfrm>
            <a:off x="609600" y="274650"/>
            <a:ext cx="4937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ct val="98429"/>
              <a:buFont typeface="Arial"/>
              <a:buNone/>
            </a:pPr>
            <a:r>
              <a:rPr lang="zh-TW"/>
              <a:t>EZ Start Kit擴展版</a:t>
            </a:r>
            <a:br>
              <a:rPr lang="zh-TW"/>
            </a:br>
            <a:r>
              <a:rPr lang="zh-TW"/>
              <a:t>腳位對照圖</a:t>
            </a:r>
            <a:endParaRPr/>
          </a:p>
        </p:txBody>
      </p:sp>
      <p:sp>
        <p:nvSpPr>
          <p:cNvPr id="121" name="Google Shape;121;g384ee54203b_1_12"/>
          <p:cNvSpPr txBox="1">
            <a:spLocks noGrp="1"/>
          </p:cNvSpPr>
          <p:nvPr>
            <p:ph type="body" idx="1"/>
          </p:nvPr>
        </p:nvSpPr>
        <p:spPr>
          <a:xfrm>
            <a:off x="609600" y="1340769"/>
            <a:ext cx="10972800" cy="47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338622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None/>
            </a:pPr>
            <a:endParaRPr/>
          </a:p>
        </p:txBody>
      </p:sp>
      <p:pic>
        <p:nvPicPr>
          <p:cNvPr id="122" name="Google Shape;122;g384ee54203b_1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0075" y="0"/>
            <a:ext cx="5601924" cy="657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384ee54203b_1_12"/>
          <p:cNvPicPr preferRelativeResize="0"/>
          <p:nvPr/>
        </p:nvPicPr>
        <p:blipFill rotWithShape="1">
          <a:blip r:embed="rId3">
            <a:alphaModFix/>
          </a:blip>
          <a:srcRect l="53874" b="50900"/>
          <a:stretch/>
        </p:blipFill>
        <p:spPr>
          <a:xfrm>
            <a:off x="706925" y="1340775"/>
            <a:ext cx="4713926" cy="523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84ee54203b_1_12"/>
          <p:cNvSpPr/>
          <p:nvPr/>
        </p:nvSpPr>
        <p:spPr>
          <a:xfrm>
            <a:off x="706925" y="1759525"/>
            <a:ext cx="1056600" cy="398130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84ee54203b_1_12"/>
          <p:cNvSpPr/>
          <p:nvPr/>
        </p:nvSpPr>
        <p:spPr>
          <a:xfrm>
            <a:off x="706925" y="5347300"/>
            <a:ext cx="4429500" cy="39360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95984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圖片 16">
            <a:extLst>
              <a:ext uri="{FF2B5EF4-FFF2-40B4-BE49-F238E27FC236}">
                <a16:creationId xmlns:a16="http://schemas.microsoft.com/office/drawing/2014/main" id="{7BF245A6-7F65-4B44-9CDD-6304893A6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602" y="1423372"/>
            <a:ext cx="5793398" cy="4051464"/>
          </a:xfrm>
          <a:prstGeom prst="rect">
            <a:avLst/>
          </a:prstGeom>
        </p:spPr>
      </p:pic>
      <p:sp>
        <p:nvSpPr>
          <p:cNvPr id="98" name="Google Shape;98;p2"/>
          <p:cNvSpPr txBox="1"/>
          <p:nvPr/>
        </p:nvSpPr>
        <p:spPr>
          <a:xfrm>
            <a:off x="194346" y="548680"/>
            <a:ext cx="908133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zh-TW" sz="4000" b="1" i="0" u="none" strike="noStrike" cap="none" dirty="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讀取</a:t>
            </a:r>
            <a:r>
              <a:rPr lang="zh-TW" sz="4000" b="1" i="0" u="sng" strike="noStrike" cap="none" dirty="0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4"/>
              </a:rPr>
              <a:t>DHT11</a:t>
            </a:r>
            <a:r>
              <a:rPr lang="zh-TW" sz="4000" b="1" i="0" u="none" strike="noStrike" cap="none" dirty="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溫濕度數值及於</a:t>
            </a:r>
            <a:r>
              <a:rPr lang="en-US" altLang="zh-TW" sz="4000" b="1" i="0" u="none" strike="noStrike" cap="none" dirty="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OLED</a:t>
            </a:r>
            <a:r>
              <a:rPr lang="zh-TW" altLang="en-US" sz="4000" b="1" i="0" u="none" strike="noStrike" cap="none" dirty="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顯示</a:t>
            </a:r>
            <a:endParaRPr sz="4000" b="1" i="0" u="none" strike="noStrike" cap="none" dirty="0">
              <a:solidFill>
                <a:srgbClr val="5C5C5C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385B05-DF44-43DA-8962-75C0E43589F9}"/>
              </a:ext>
            </a:extLst>
          </p:cNvPr>
          <p:cNvSpPr/>
          <p:nvPr/>
        </p:nvSpPr>
        <p:spPr>
          <a:xfrm>
            <a:off x="6195266" y="2280556"/>
            <a:ext cx="4438650" cy="3113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33E45CB-50F9-45BE-87D7-AD3EF13AF0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70" y="1682937"/>
            <a:ext cx="1257409" cy="113547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1E314AD5-0C06-450D-A526-3DC7246A83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420" y="3672415"/>
            <a:ext cx="5692633" cy="2385267"/>
          </a:xfrm>
          <a:prstGeom prst="rect">
            <a:avLst/>
          </a:prstGeom>
        </p:spPr>
      </p:pic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E8506D9C-D731-4C90-B55B-941DEBFA9814}"/>
              </a:ext>
            </a:extLst>
          </p:cNvPr>
          <p:cNvCxnSpPr>
            <a:stCxn id="6" idx="3"/>
          </p:cNvCxnSpPr>
          <p:nvPr/>
        </p:nvCxnSpPr>
        <p:spPr>
          <a:xfrm>
            <a:off x="1762178" y="2250675"/>
            <a:ext cx="792000" cy="1476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9FDD3904-1C3B-4BBE-9903-CA801396B6EC}"/>
              </a:ext>
            </a:extLst>
          </p:cNvPr>
          <p:cNvCxnSpPr>
            <a:cxnSpLocks/>
          </p:cNvCxnSpPr>
          <p:nvPr/>
        </p:nvCxnSpPr>
        <p:spPr>
          <a:xfrm flipV="1">
            <a:off x="5048250" y="2474674"/>
            <a:ext cx="1047750" cy="125200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8B46CCCA-0CF9-4E56-9415-3BA0160F9169}"/>
              </a:ext>
            </a:extLst>
          </p:cNvPr>
          <p:cNvCxnSpPr>
            <a:cxnSpLocks/>
          </p:cNvCxnSpPr>
          <p:nvPr/>
        </p:nvCxnSpPr>
        <p:spPr>
          <a:xfrm flipV="1">
            <a:off x="2216986" y="3895725"/>
            <a:ext cx="4166563" cy="10286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721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4ee54203b_1_12"/>
          <p:cNvSpPr txBox="1">
            <a:spLocks noGrp="1"/>
          </p:cNvSpPr>
          <p:nvPr>
            <p:ph type="title"/>
          </p:nvPr>
        </p:nvSpPr>
        <p:spPr>
          <a:xfrm>
            <a:off x="609600" y="274650"/>
            <a:ext cx="4937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ct val="98429"/>
              <a:buFont typeface="Arial"/>
              <a:buNone/>
            </a:pPr>
            <a:r>
              <a:rPr lang="zh-TW"/>
              <a:t>EZ Start Kit擴展版</a:t>
            </a:r>
            <a:br>
              <a:rPr lang="zh-TW"/>
            </a:br>
            <a:r>
              <a:rPr lang="zh-TW"/>
              <a:t>腳位對照圖</a:t>
            </a:r>
            <a:endParaRPr/>
          </a:p>
        </p:txBody>
      </p:sp>
      <p:sp>
        <p:nvSpPr>
          <p:cNvPr id="121" name="Google Shape;121;g384ee54203b_1_12"/>
          <p:cNvSpPr txBox="1">
            <a:spLocks noGrp="1"/>
          </p:cNvSpPr>
          <p:nvPr>
            <p:ph type="body" idx="1"/>
          </p:nvPr>
        </p:nvSpPr>
        <p:spPr>
          <a:xfrm>
            <a:off x="609600" y="1340769"/>
            <a:ext cx="10972800" cy="47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338622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None/>
            </a:pPr>
            <a:endParaRPr/>
          </a:p>
        </p:txBody>
      </p:sp>
      <p:pic>
        <p:nvPicPr>
          <p:cNvPr id="122" name="Google Shape;122;g384ee54203b_1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0075" y="0"/>
            <a:ext cx="5601924" cy="657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384ee54203b_1_12"/>
          <p:cNvPicPr preferRelativeResize="0"/>
          <p:nvPr/>
        </p:nvPicPr>
        <p:blipFill rotWithShape="1">
          <a:blip r:embed="rId3">
            <a:alphaModFix/>
          </a:blip>
          <a:srcRect l="53874" b="50900"/>
          <a:stretch/>
        </p:blipFill>
        <p:spPr>
          <a:xfrm>
            <a:off x="706925" y="1340775"/>
            <a:ext cx="4713926" cy="523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84ee54203b_1_12"/>
          <p:cNvSpPr/>
          <p:nvPr/>
        </p:nvSpPr>
        <p:spPr>
          <a:xfrm>
            <a:off x="706925" y="1759525"/>
            <a:ext cx="1056600" cy="244100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84ee54203b_1_12"/>
          <p:cNvSpPr/>
          <p:nvPr/>
        </p:nvSpPr>
        <p:spPr>
          <a:xfrm>
            <a:off x="717999" y="3733419"/>
            <a:ext cx="4429500" cy="467106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140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將溫溼度數值傳送至手機</a:t>
            </a:r>
            <a:endParaRPr/>
          </a:p>
        </p:txBody>
      </p:sp>
      <p:sp>
        <p:nvSpPr>
          <p:cNvPr id="131" name="Google Shape;131;p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457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在積木區→遙控器中→新增直式遙控器→放入初始化區塊</a:t>
            </a:r>
            <a:endParaRPr sz="2400"/>
          </a:p>
          <a:p>
            <a:pPr marL="457177" lvl="0" indent="-457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zh-TW" sz="2400"/>
              <a:t>名稱改成你的班級+座號</a:t>
            </a:r>
            <a:endParaRPr sz="2400"/>
          </a:p>
        </p:txBody>
      </p:sp>
      <p:pic>
        <p:nvPicPr>
          <p:cNvPr id="132" name="Google Shape;13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248" y="3339482"/>
            <a:ext cx="1819529" cy="221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5999" y="3276907"/>
            <a:ext cx="5665900" cy="234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將溫溼度數值傳送至手機</a:t>
            </a:r>
            <a:endParaRPr/>
          </a:p>
        </p:txBody>
      </p:sp>
      <p:sp>
        <p:nvSpPr>
          <p:cNvPr id="139" name="Google Shape;139;p6"/>
          <p:cNvSpPr txBox="1">
            <a:spLocks noGrp="1"/>
          </p:cNvSpPr>
          <p:nvPr>
            <p:ph type="body" idx="1"/>
          </p:nvPr>
        </p:nvSpPr>
        <p:spPr>
          <a:xfrm>
            <a:off x="609588" y="149335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457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新增兩個字串標籤：</a:t>
            </a:r>
            <a:endParaRPr sz="2400"/>
          </a:p>
          <a:p>
            <a:pPr marL="457177" lvl="0" indent="-457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label1：位置(0,0)，顏色：橘色</a:t>
            </a:r>
            <a:endParaRPr sz="2400"/>
          </a:p>
          <a:p>
            <a:pPr marL="457177" lvl="0" indent="-457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label2：位置(0,1)，顏色：橘色</a:t>
            </a:r>
            <a:endParaRPr sz="2400"/>
          </a:p>
        </p:txBody>
      </p:sp>
      <p:pic>
        <p:nvPicPr>
          <p:cNvPr id="140" name="Google Shape;14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3550" y="2856600"/>
            <a:ext cx="11441401" cy="305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將溫溼度數值傳送至手機</a:t>
            </a:r>
            <a:endParaRPr/>
          </a:p>
        </p:txBody>
      </p:sp>
      <p:sp>
        <p:nvSpPr>
          <p:cNvPr id="146" name="Google Shape;146;p7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457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增加下列程式積木於重複執行區塊</a:t>
            </a:r>
            <a:endParaRPr/>
          </a:p>
        </p:txBody>
      </p:sp>
      <p:pic>
        <p:nvPicPr>
          <p:cNvPr id="147" name="Google Shape;14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3892" y="2273264"/>
            <a:ext cx="9704815" cy="2848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將溫溼度數值傳送至手機</a:t>
            </a:r>
            <a:endParaRPr/>
          </a:p>
        </p:txBody>
      </p:sp>
      <p:sp>
        <p:nvSpPr>
          <p:cNvPr id="153" name="Google Shape;153;p8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47832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457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手機下載LinkItRemote APP</a:t>
            </a:r>
            <a:endParaRPr/>
          </a:p>
          <a:p>
            <a:pPr marL="457177" lvl="0" indent="-457177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點選LinkIt 7697(你的學號)顯示結果</a:t>
            </a:r>
            <a:endParaRPr/>
          </a:p>
        </p:txBody>
      </p:sp>
      <p:pic>
        <p:nvPicPr>
          <p:cNvPr id="154" name="Google Shape;154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05940" y="1600201"/>
            <a:ext cx="2791944" cy="4965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07174" y="1600201"/>
            <a:ext cx="2791944" cy="4965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將溫溼度數值傳送至雲端平台</a:t>
            </a:r>
            <a:endParaRPr/>
          </a:p>
        </p:txBody>
      </p:sp>
      <p:sp>
        <p:nvSpPr>
          <p:cNvPr id="236" name="Google Shape;236;p17"/>
          <p:cNvSpPr txBox="1">
            <a:spLocks noGrp="1"/>
          </p:cNvSpPr>
          <p:nvPr>
            <p:ph type="body" idx="1"/>
          </p:nvPr>
        </p:nvSpPr>
        <p:spPr>
          <a:xfrm>
            <a:off x="609600" y="1556792"/>
            <a:ext cx="10972800" cy="472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457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800"/>
              <a:buChar char="•"/>
            </a:pPr>
            <a:r>
              <a:rPr lang="zh-TW" sz="2800"/>
              <a:t>步驟</a:t>
            </a:r>
            <a:endParaRPr sz="2800"/>
          </a:p>
          <a:p>
            <a:pPr marL="457177" lvl="0" indent="-457177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A5A5A5"/>
              </a:buClr>
              <a:buSzPts val="2800"/>
              <a:buChar char="•"/>
            </a:pPr>
            <a:r>
              <a:rPr lang="zh-TW" sz="2800"/>
              <a:t>1.已完成溫溼度數值讀取積木(請參考前面投影片)</a:t>
            </a:r>
            <a:endParaRPr/>
          </a:p>
          <a:p>
            <a:pPr marL="457177" lvl="0" indent="-457177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A5A5A5"/>
              </a:buClr>
              <a:buSzPts val="2800"/>
              <a:buChar char="•"/>
            </a:pPr>
            <a:r>
              <a:rPr lang="zh-TW" sz="2800"/>
              <a:t>2.設定wifi連線積木(請參考前面投影片)</a:t>
            </a:r>
            <a:endParaRPr/>
          </a:p>
          <a:p>
            <a:pPr marL="457177" lvl="0" indent="-457177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A5A5A5"/>
              </a:buClr>
              <a:buSzPts val="2800"/>
              <a:buChar char="•"/>
            </a:pPr>
            <a:r>
              <a:rPr lang="zh-TW" sz="2800"/>
              <a:t>3.註冊AdafruitIO：https://io.adafruit.com/</a:t>
            </a:r>
            <a:endParaRPr/>
          </a:p>
          <a:p>
            <a:pPr marL="457177" lvl="0" indent="-457177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A5A5A5"/>
              </a:buClr>
              <a:buSzPts val="2800"/>
              <a:buChar char="•"/>
            </a:pPr>
            <a:r>
              <a:rPr lang="zh-TW" sz="2800"/>
              <a:t>4.加入”連線到MQTT”積木並設定</a:t>
            </a:r>
            <a:endParaRPr sz="2800"/>
          </a:p>
          <a:p>
            <a:pPr marL="457177" lvl="0" indent="-457177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A5A5A5"/>
              </a:buClr>
              <a:buSzPts val="2800"/>
              <a:buChar char="•"/>
            </a:pPr>
            <a:r>
              <a:rPr lang="zh-TW" sz="2800"/>
              <a:t>5.加入”訂閱Topic”積木</a:t>
            </a:r>
            <a:endParaRPr sz="2800"/>
          </a:p>
          <a:p>
            <a:pPr marL="457177" lvl="0" indent="-457177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A5A5A5"/>
              </a:buClr>
              <a:buSzPts val="2800"/>
              <a:buChar char="•"/>
            </a:pPr>
            <a:r>
              <a:rPr lang="zh-TW" sz="2800"/>
              <a:t>6.加入”發布Topic”積木</a:t>
            </a:r>
            <a:endParaRPr sz="2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8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註冊AdafruitIO</a:t>
            </a:r>
            <a:endParaRPr/>
          </a:p>
        </p:txBody>
      </p:sp>
      <p:sp>
        <p:nvSpPr>
          <p:cNvPr id="242" name="Google Shape;242;p18"/>
          <p:cNvSpPr txBox="1">
            <a:spLocks noGrp="1"/>
          </p:cNvSpPr>
          <p:nvPr>
            <p:ph type="body" idx="1"/>
          </p:nvPr>
        </p:nvSpPr>
        <p:spPr>
          <a:xfrm>
            <a:off x="609600" y="1556792"/>
            <a:ext cx="10972800" cy="472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2793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800"/>
              <a:buNone/>
            </a:pPr>
            <a:endParaRPr sz="2800"/>
          </a:p>
        </p:txBody>
      </p:sp>
      <p:pic>
        <p:nvPicPr>
          <p:cNvPr id="243" name="Google Shape;24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000" y="1580878"/>
            <a:ext cx="3851158" cy="3133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07968" y="1580878"/>
            <a:ext cx="5617028" cy="4179028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8"/>
          <p:cNvSpPr/>
          <p:nvPr/>
        </p:nvSpPr>
        <p:spPr>
          <a:xfrm>
            <a:off x="763000" y="4221087"/>
            <a:ext cx="2668704" cy="493011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p18"/>
          <p:cNvCxnSpPr/>
          <p:nvPr/>
        </p:nvCxnSpPr>
        <p:spPr>
          <a:xfrm rot="10800000" flipH="1">
            <a:off x="3613951" y="3670392"/>
            <a:ext cx="4642289" cy="730444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47" name="Google Shape;247;p18"/>
          <p:cNvSpPr/>
          <p:nvPr/>
        </p:nvSpPr>
        <p:spPr>
          <a:xfrm>
            <a:off x="8556206" y="2276872"/>
            <a:ext cx="2868790" cy="302433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9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加入”連線到MQTT”積木並設定</a:t>
            </a:r>
            <a:endParaRPr/>
          </a:p>
        </p:txBody>
      </p:sp>
      <p:sp>
        <p:nvSpPr>
          <p:cNvPr id="253" name="Google Shape;253;p19"/>
          <p:cNvSpPr txBox="1">
            <a:spLocks noGrp="1"/>
          </p:cNvSpPr>
          <p:nvPr>
            <p:ph type="body" idx="1"/>
          </p:nvPr>
        </p:nvSpPr>
        <p:spPr>
          <a:xfrm>
            <a:off x="609600" y="1556792"/>
            <a:ext cx="10972800" cy="472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3386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867"/>
              <a:buNone/>
            </a:pPr>
            <a:endParaRPr/>
          </a:p>
        </p:txBody>
      </p:sp>
      <p:pic>
        <p:nvPicPr>
          <p:cNvPr id="254" name="Google Shape;254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3432" y="1623760"/>
            <a:ext cx="2629267" cy="3610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15880" y="1556792"/>
            <a:ext cx="4528682" cy="5013176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9"/>
          <p:cNvSpPr/>
          <p:nvPr/>
        </p:nvSpPr>
        <p:spPr>
          <a:xfrm>
            <a:off x="937571" y="4741228"/>
            <a:ext cx="2668704" cy="493011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19"/>
          <p:cNvCxnSpPr/>
          <p:nvPr/>
        </p:nvCxnSpPr>
        <p:spPr>
          <a:xfrm rot="10800000" flipH="1">
            <a:off x="3737914" y="2636912"/>
            <a:ext cx="1133950" cy="2165087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58" name="Google Shape;258;p19"/>
          <p:cNvSpPr/>
          <p:nvPr/>
        </p:nvSpPr>
        <p:spPr>
          <a:xfrm>
            <a:off x="5023792" y="1629954"/>
            <a:ext cx="2152328" cy="179904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0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加入”連線到MQTT”積木並設定</a:t>
            </a:r>
            <a:endParaRPr/>
          </a:p>
        </p:txBody>
      </p:sp>
      <p:sp>
        <p:nvSpPr>
          <p:cNvPr id="264" name="Google Shape;264;p20"/>
          <p:cNvSpPr txBox="1">
            <a:spLocks noGrp="1"/>
          </p:cNvSpPr>
          <p:nvPr>
            <p:ph type="body" idx="1"/>
          </p:nvPr>
        </p:nvSpPr>
        <p:spPr>
          <a:xfrm>
            <a:off x="609600" y="1556792"/>
            <a:ext cx="10972800" cy="472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457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MQTT伺服器：io.adafruit.com</a:t>
            </a:r>
            <a:endParaRPr/>
          </a:p>
          <a:p>
            <a:pPr marL="457177" lvl="0" indent="-457177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連結埠：1883</a:t>
            </a:r>
            <a:endParaRPr/>
          </a:p>
          <a:p>
            <a:pPr marL="457177" lvl="0" indent="-457177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ID：123(主要區別不同的物聯網設備上傳的資料，可隨意取)</a:t>
            </a:r>
            <a:endParaRPr/>
          </a:p>
          <a:p>
            <a:pPr marL="457177" lvl="0" indent="-457177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Username：填入自己的Username</a:t>
            </a:r>
            <a:endParaRPr/>
          </a:p>
          <a:p>
            <a:pPr marL="457177" lvl="0" indent="-457177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Password ：填入Active Key</a:t>
            </a:r>
            <a:endParaRPr/>
          </a:p>
          <a:p>
            <a:pPr marL="457177" lvl="0" indent="-304777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2400"/>
              <a:buNone/>
            </a:pPr>
            <a:endParaRPr sz="2400"/>
          </a:p>
          <a:p>
            <a:pPr marL="457177" lvl="0" indent="-338622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None/>
            </a:pPr>
            <a:endParaRPr/>
          </a:p>
        </p:txBody>
      </p:sp>
      <p:pic>
        <p:nvPicPr>
          <p:cNvPr id="265" name="Google Shape;265;p20"/>
          <p:cNvPicPr preferRelativeResize="0"/>
          <p:nvPr/>
        </p:nvPicPr>
        <p:blipFill rotWithShape="1">
          <a:blip r:embed="rId3">
            <a:alphaModFix/>
          </a:blip>
          <a:srcRect r="52299" b="62654"/>
          <a:stretch/>
        </p:blipFill>
        <p:spPr>
          <a:xfrm>
            <a:off x="9350662" y="43346"/>
            <a:ext cx="2805574" cy="2431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33305" y="4001854"/>
            <a:ext cx="2618901" cy="1079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73888" y="3173624"/>
            <a:ext cx="4110171" cy="272313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0"/>
          <p:cNvSpPr/>
          <p:nvPr/>
        </p:nvSpPr>
        <p:spPr>
          <a:xfrm>
            <a:off x="4252899" y="4491616"/>
            <a:ext cx="589856" cy="493011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9" name="Google Shape;269;p20"/>
          <p:cNvCxnSpPr>
            <a:endCxn id="270" idx="1"/>
          </p:cNvCxnSpPr>
          <p:nvPr/>
        </p:nvCxnSpPr>
        <p:spPr>
          <a:xfrm>
            <a:off x="4842688" y="4810391"/>
            <a:ext cx="2131200" cy="6303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0" name="Google Shape;270;p20"/>
          <p:cNvSpPr/>
          <p:nvPr/>
        </p:nvSpPr>
        <p:spPr>
          <a:xfrm>
            <a:off x="6973888" y="4984627"/>
            <a:ext cx="3960440" cy="912127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加入”訂閱Topic”積木</a:t>
            </a:r>
            <a:endParaRPr/>
          </a:p>
        </p:txBody>
      </p:sp>
      <p:sp>
        <p:nvSpPr>
          <p:cNvPr id="276" name="Google Shape;276;p21"/>
          <p:cNvSpPr txBox="1">
            <a:spLocks noGrp="1"/>
          </p:cNvSpPr>
          <p:nvPr>
            <p:ph type="body" idx="1"/>
          </p:nvPr>
        </p:nvSpPr>
        <p:spPr>
          <a:xfrm>
            <a:off x="609600" y="1268760"/>
            <a:ext cx="10972800" cy="5010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457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在adafruitIO網站設定feed→New Groupn→IOT_SMARTHOUSE_LOCAL→feed→temp及humi</a:t>
            </a:r>
            <a:endParaRPr sz="2400"/>
          </a:p>
          <a:p>
            <a:pPr marL="457177" lvl="0" indent="-338622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None/>
            </a:pPr>
            <a:endParaRPr/>
          </a:p>
        </p:txBody>
      </p:sp>
      <p:pic>
        <p:nvPicPr>
          <p:cNvPr id="277" name="Google Shape;277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45321" y="2252124"/>
            <a:ext cx="4761922" cy="2168796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1"/>
          <p:cNvSpPr/>
          <p:nvPr/>
        </p:nvSpPr>
        <p:spPr>
          <a:xfrm>
            <a:off x="3935760" y="2809081"/>
            <a:ext cx="589856" cy="493011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" name="Google Shape;279;p21"/>
          <p:cNvCxnSpPr/>
          <p:nvPr/>
        </p:nvCxnSpPr>
        <p:spPr>
          <a:xfrm>
            <a:off x="4223792" y="3302092"/>
            <a:ext cx="0" cy="606216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80" name="Google Shape;280;p21"/>
          <p:cNvSpPr/>
          <p:nvPr/>
        </p:nvSpPr>
        <p:spPr>
          <a:xfrm>
            <a:off x="3726282" y="3980316"/>
            <a:ext cx="1361605" cy="394274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83227" y="2202728"/>
            <a:ext cx="4063452" cy="2804943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1"/>
          <p:cNvSpPr/>
          <p:nvPr/>
        </p:nvSpPr>
        <p:spPr>
          <a:xfrm>
            <a:off x="6778119" y="2805476"/>
            <a:ext cx="3921124" cy="49661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10056440" y="4420920"/>
            <a:ext cx="790239" cy="586751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p21"/>
          <p:cNvCxnSpPr>
            <a:endCxn id="282" idx="1"/>
          </p:cNvCxnSpPr>
          <p:nvPr/>
        </p:nvCxnSpPr>
        <p:spPr>
          <a:xfrm rot="10800000" flipH="1">
            <a:off x="5087919" y="3053784"/>
            <a:ext cx="1690200" cy="10704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5" name="Google Shape;285;p21"/>
          <p:cNvCxnSpPr/>
          <p:nvPr/>
        </p:nvCxnSpPr>
        <p:spPr>
          <a:xfrm>
            <a:off x="8256240" y="3302091"/>
            <a:ext cx="1800200" cy="1118829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286" name="Google Shape;286;p21"/>
          <p:cNvPicPr preferRelativeResize="0"/>
          <p:nvPr/>
        </p:nvPicPr>
        <p:blipFill rotWithShape="1">
          <a:blip r:embed="rId5">
            <a:alphaModFix/>
          </a:blip>
          <a:srcRect r="56658"/>
          <a:stretch/>
        </p:blipFill>
        <p:spPr>
          <a:xfrm>
            <a:off x="6285052" y="5445556"/>
            <a:ext cx="4222645" cy="590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1"/>
          <p:cNvPicPr preferRelativeResize="0"/>
          <p:nvPr/>
        </p:nvPicPr>
        <p:blipFill rotWithShape="1">
          <a:blip r:embed="rId5">
            <a:alphaModFix/>
          </a:blip>
          <a:srcRect l="90645"/>
          <a:stretch/>
        </p:blipFill>
        <p:spPr>
          <a:xfrm>
            <a:off x="10051985" y="5420477"/>
            <a:ext cx="911425" cy="59066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1"/>
          <p:cNvSpPr/>
          <p:nvPr/>
        </p:nvSpPr>
        <p:spPr>
          <a:xfrm>
            <a:off x="10277733" y="5520283"/>
            <a:ext cx="354771" cy="383511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9" name="Google Shape;289;p21"/>
          <p:cNvCxnSpPr>
            <a:stCxn id="283" idx="2"/>
          </p:cNvCxnSpPr>
          <p:nvPr/>
        </p:nvCxnSpPr>
        <p:spPr>
          <a:xfrm>
            <a:off x="10451560" y="5007671"/>
            <a:ext cx="56100" cy="5268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290" name="Google Shape;290;p2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8781" y="4975388"/>
            <a:ext cx="5828329" cy="141629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1"/>
          <p:cNvSpPr/>
          <p:nvPr/>
        </p:nvSpPr>
        <p:spPr>
          <a:xfrm>
            <a:off x="407368" y="5852524"/>
            <a:ext cx="5546778" cy="49661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2" name="Google Shape;292;p21"/>
          <p:cNvCxnSpPr/>
          <p:nvPr/>
        </p:nvCxnSpPr>
        <p:spPr>
          <a:xfrm flipH="1">
            <a:off x="6002733" y="5806998"/>
            <a:ext cx="4392689" cy="368371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3066009"/>
            <a:ext cx="10200456" cy="1995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6930" y="1957403"/>
            <a:ext cx="10416480" cy="60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2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加入”訂閱Topic”積木</a:t>
            </a:r>
            <a:endParaRPr/>
          </a:p>
        </p:txBody>
      </p:sp>
      <p:sp>
        <p:nvSpPr>
          <p:cNvPr id="300" name="Google Shape;300;p22"/>
          <p:cNvSpPr txBox="1">
            <a:spLocks noGrp="1"/>
          </p:cNvSpPr>
          <p:nvPr>
            <p:ph type="body" idx="1"/>
          </p:nvPr>
        </p:nvSpPr>
        <p:spPr>
          <a:xfrm>
            <a:off x="609600" y="1268760"/>
            <a:ext cx="10972800" cy="5010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457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取得”訂閱Topic”積木的資料：按下 temp→Feed Info</a:t>
            </a:r>
            <a:endParaRPr/>
          </a:p>
        </p:txBody>
      </p:sp>
      <p:sp>
        <p:nvSpPr>
          <p:cNvPr id="301" name="Google Shape;301;p22"/>
          <p:cNvSpPr/>
          <p:nvPr/>
        </p:nvSpPr>
        <p:spPr>
          <a:xfrm>
            <a:off x="933662" y="2018437"/>
            <a:ext cx="589856" cy="493011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9032456" y="3700517"/>
            <a:ext cx="1600047" cy="49661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3" name="Google Shape;303;p22"/>
          <p:cNvCxnSpPr/>
          <p:nvPr/>
        </p:nvCxnSpPr>
        <p:spPr>
          <a:xfrm>
            <a:off x="1631504" y="2558898"/>
            <a:ext cx="7400952" cy="1141619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3"/>
          <p:cNvPicPr preferRelativeResize="0"/>
          <p:nvPr/>
        </p:nvPicPr>
        <p:blipFill rotWithShape="1">
          <a:blip r:embed="rId3">
            <a:alphaModFix/>
          </a:blip>
          <a:srcRect t="9215"/>
          <a:stretch/>
        </p:blipFill>
        <p:spPr>
          <a:xfrm>
            <a:off x="5066498" y="1124744"/>
            <a:ext cx="6536975" cy="5457626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3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加入”訂閱Topic”積木</a:t>
            </a:r>
            <a:endParaRPr/>
          </a:p>
        </p:txBody>
      </p:sp>
      <p:sp>
        <p:nvSpPr>
          <p:cNvPr id="310" name="Google Shape;310;p23"/>
          <p:cNvSpPr txBox="1">
            <a:spLocks noGrp="1"/>
          </p:cNvSpPr>
          <p:nvPr>
            <p:ph type="body" idx="1"/>
          </p:nvPr>
        </p:nvSpPr>
        <p:spPr>
          <a:xfrm>
            <a:off x="609600" y="1268760"/>
            <a:ext cx="10972800" cy="5010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457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取得”訂閱Topic”積木的資料：</a:t>
            </a:r>
            <a:br>
              <a:rPr lang="zh-TW" sz="2400"/>
            </a:br>
            <a:r>
              <a:rPr lang="zh-TW" sz="2400"/>
              <a:t>按下 temp→Feed Info→複製</a:t>
            </a:r>
            <a:br>
              <a:rPr lang="zh-TW" sz="2400"/>
            </a:br>
            <a:r>
              <a:rPr lang="zh-TW" sz="2400"/>
              <a:t>MQTT by key值，貼在”訂閱</a:t>
            </a:r>
            <a:br>
              <a:rPr lang="zh-TW" sz="2400"/>
            </a:br>
            <a:r>
              <a:rPr lang="zh-TW" sz="2400"/>
              <a:t>Topic”積木中</a:t>
            </a:r>
            <a:endParaRPr sz="2400"/>
          </a:p>
        </p:txBody>
      </p:sp>
      <p:sp>
        <p:nvSpPr>
          <p:cNvPr id="311" name="Google Shape;311;p23"/>
          <p:cNvSpPr/>
          <p:nvPr/>
        </p:nvSpPr>
        <p:spPr>
          <a:xfrm>
            <a:off x="5807968" y="6028729"/>
            <a:ext cx="3456384" cy="49661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2" name="Google Shape;312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5440" y="3645024"/>
            <a:ext cx="2762636" cy="9240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3" name="Google Shape;313;p23"/>
          <p:cNvCxnSpPr>
            <a:endCxn id="312" idx="3"/>
          </p:cNvCxnSpPr>
          <p:nvPr/>
        </p:nvCxnSpPr>
        <p:spPr>
          <a:xfrm rot="10800000">
            <a:off x="3818076" y="4107051"/>
            <a:ext cx="1917900" cy="20583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4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加入”發佈Topic”積木</a:t>
            </a:r>
            <a:endParaRPr/>
          </a:p>
        </p:txBody>
      </p:sp>
      <p:sp>
        <p:nvSpPr>
          <p:cNvPr id="319" name="Google Shape;319;p24"/>
          <p:cNvSpPr txBox="1">
            <a:spLocks noGrp="1"/>
          </p:cNvSpPr>
          <p:nvPr>
            <p:ph type="body" idx="1"/>
          </p:nvPr>
        </p:nvSpPr>
        <p:spPr>
          <a:xfrm>
            <a:off x="609600" y="1417639"/>
            <a:ext cx="10972800" cy="4861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457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1.在重複執行中加入時間函數</a:t>
            </a:r>
            <a:endParaRPr sz="2400"/>
          </a:p>
          <a:p>
            <a:pPr marL="457177" lvl="0" indent="-457177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2.加入”發佈訊息Topic名稱”積木</a:t>
            </a:r>
            <a:endParaRPr sz="2400"/>
          </a:p>
        </p:txBody>
      </p:sp>
      <p:pic>
        <p:nvPicPr>
          <p:cNvPr id="320" name="Google Shape;320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07968" y="1104708"/>
            <a:ext cx="6264696" cy="5753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9336" y="3068960"/>
            <a:ext cx="5616624" cy="221452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4"/>
          <p:cNvSpPr/>
          <p:nvPr/>
        </p:nvSpPr>
        <p:spPr>
          <a:xfrm>
            <a:off x="0" y="2996952"/>
            <a:ext cx="1199456" cy="36004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146352" y="4936305"/>
            <a:ext cx="1199456" cy="36004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1752274" y="4365104"/>
            <a:ext cx="3983686" cy="36004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5" name="Google Shape;325;p24"/>
          <p:cNvCxnSpPr/>
          <p:nvPr/>
        </p:nvCxnSpPr>
        <p:spPr>
          <a:xfrm>
            <a:off x="5128591" y="1709530"/>
            <a:ext cx="607369" cy="207303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6" name="Google Shape;326;p24"/>
          <p:cNvCxnSpPr/>
          <p:nvPr/>
        </p:nvCxnSpPr>
        <p:spPr>
          <a:xfrm flipH="1">
            <a:off x="6240016" y="2276872"/>
            <a:ext cx="72008" cy="3456385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7" name="Google Shape;327;p24"/>
          <p:cNvCxnSpPr/>
          <p:nvPr/>
        </p:nvCxnSpPr>
        <p:spPr>
          <a:xfrm rot="10800000" flipH="1">
            <a:off x="6878634" y="2327866"/>
            <a:ext cx="1233590" cy="3425426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8" name="Google Shape;328;p24"/>
          <p:cNvCxnSpPr/>
          <p:nvPr/>
        </p:nvCxnSpPr>
        <p:spPr>
          <a:xfrm flipH="1">
            <a:off x="1264568" y="2327866"/>
            <a:ext cx="1427189" cy="669086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9" name="Google Shape;329;p24"/>
          <p:cNvCxnSpPr>
            <a:stCxn id="322" idx="2"/>
          </p:cNvCxnSpPr>
          <p:nvPr/>
        </p:nvCxnSpPr>
        <p:spPr>
          <a:xfrm>
            <a:off x="599728" y="3356992"/>
            <a:ext cx="9900" cy="15663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0" name="Google Shape;330;p24"/>
          <p:cNvCxnSpPr/>
          <p:nvPr/>
        </p:nvCxnSpPr>
        <p:spPr>
          <a:xfrm rot="10800000" flipH="1">
            <a:off x="1372824" y="4704131"/>
            <a:ext cx="1318933" cy="412194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2858" y="2658149"/>
            <a:ext cx="10869542" cy="1867161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5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加入”發佈Topic”積木</a:t>
            </a:r>
            <a:endParaRPr/>
          </a:p>
        </p:txBody>
      </p:sp>
      <p:sp>
        <p:nvSpPr>
          <p:cNvPr id="337" name="Google Shape;337;p25"/>
          <p:cNvSpPr txBox="1">
            <a:spLocks noGrp="1"/>
          </p:cNvSpPr>
          <p:nvPr>
            <p:ph type="body" idx="1"/>
          </p:nvPr>
        </p:nvSpPr>
        <p:spPr>
          <a:xfrm>
            <a:off x="609600" y="1417639"/>
            <a:ext cx="10972800" cy="4861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457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3.填入TOPIC名稱</a:t>
            </a:r>
            <a:endParaRPr sz="2400"/>
          </a:p>
          <a:p>
            <a:pPr marL="457177" lvl="0" indent="-457177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4.填入訊息</a:t>
            </a:r>
            <a:endParaRPr sz="2400"/>
          </a:p>
        </p:txBody>
      </p:sp>
      <p:sp>
        <p:nvSpPr>
          <p:cNvPr id="338" name="Google Shape;338;p25"/>
          <p:cNvSpPr/>
          <p:nvPr/>
        </p:nvSpPr>
        <p:spPr>
          <a:xfrm>
            <a:off x="3266430" y="3284074"/>
            <a:ext cx="5349850" cy="432957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5"/>
          <p:cNvSpPr/>
          <p:nvPr/>
        </p:nvSpPr>
        <p:spPr>
          <a:xfrm>
            <a:off x="9298320" y="3338972"/>
            <a:ext cx="1199456" cy="36004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5"/>
          <p:cNvSpPr/>
          <p:nvPr/>
        </p:nvSpPr>
        <p:spPr>
          <a:xfrm>
            <a:off x="3266430" y="3840755"/>
            <a:ext cx="5637882" cy="490303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" name="Google Shape;341;p25"/>
          <p:cNvCxnSpPr/>
          <p:nvPr/>
        </p:nvCxnSpPr>
        <p:spPr>
          <a:xfrm>
            <a:off x="3438939" y="1639957"/>
            <a:ext cx="280797" cy="1520393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42" name="Google Shape;342;p25"/>
          <p:cNvCxnSpPr/>
          <p:nvPr/>
        </p:nvCxnSpPr>
        <p:spPr>
          <a:xfrm>
            <a:off x="2703443" y="2077278"/>
            <a:ext cx="6704925" cy="1188993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3" name="Google Shape;343;p25"/>
          <p:cNvSpPr/>
          <p:nvPr/>
        </p:nvSpPr>
        <p:spPr>
          <a:xfrm>
            <a:off x="9298320" y="3860558"/>
            <a:ext cx="1460246" cy="399279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82227" y="2427054"/>
            <a:ext cx="4934423" cy="320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376" y="2391232"/>
            <a:ext cx="5999634" cy="3201599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6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設定Dashboards</a:t>
            </a:r>
            <a:endParaRPr/>
          </a:p>
        </p:txBody>
      </p:sp>
      <p:sp>
        <p:nvSpPr>
          <p:cNvPr id="351" name="Google Shape;351;p26"/>
          <p:cNvSpPr txBox="1">
            <a:spLocks noGrp="1"/>
          </p:cNvSpPr>
          <p:nvPr>
            <p:ph type="body" idx="1"/>
          </p:nvPr>
        </p:nvSpPr>
        <p:spPr>
          <a:xfrm>
            <a:off x="609600" y="1417639"/>
            <a:ext cx="10972800" cy="4861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457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1.在adafruitIO網站按Dashboards →New Dashboards→名稱欄位填入：溫溼度→按”Creat”按鈕建立Dashboards</a:t>
            </a:r>
            <a:endParaRPr/>
          </a:p>
          <a:p>
            <a:pPr marL="457177" lvl="0" indent="-33017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None/>
            </a:pPr>
            <a:endParaRPr sz="2000"/>
          </a:p>
          <a:p>
            <a:pPr marL="457177" lvl="0" indent="-33017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None/>
            </a:pPr>
            <a:endParaRPr sz="2000"/>
          </a:p>
        </p:txBody>
      </p:sp>
      <p:sp>
        <p:nvSpPr>
          <p:cNvPr id="352" name="Google Shape;352;p26"/>
          <p:cNvSpPr/>
          <p:nvPr/>
        </p:nvSpPr>
        <p:spPr>
          <a:xfrm>
            <a:off x="4229190" y="2560639"/>
            <a:ext cx="1686378" cy="51953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3" name="Google Shape;353;p26"/>
          <p:cNvCxnSpPr/>
          <p:nvPr/>
        </p:nvCxnSpPr>
        <p:spPr>
          <a:xfrm rot="10800000" flipH="1">
            <a:off x="3283846" y="3489160"/>
            <a:ext cx="3809329" cy="1637701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54" name="Google Shape;354;p26"/>
          <p:cNvCxnSpPr/>
          <p:nvPr/>
        </p:nvCxnSpPr>
        <p:spPr>
          <a:xfrm flipH="1">
            <a:off x="2351584" y="3135722"/>
            <a:ext cx="2711184" cy="1534682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55" name="Google Shape;355;p26"/>
          <p:cNvCxnSpPr/>
          <p:nvPr/>
        </p:nvCxnSpPr>
        <p:spPr>
          <a:xfrm>
            <a:off x="9941143" y="3700065"/>
            <a:ext cx="1616710" cy="1181691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56" name="Google Shape;356;p26"/>
          <p:cNvSpPr/>
          <p:nvPr/>
        </p:nvSpPr>
        <p:spPr>
          <a:xfrm>
            <a:off x="479376" y="4729356"/>
            <a:ext cx="2736304" cy="804523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6"/>
          <p:cNvSpPr/>
          <p:nvPr/>
        </p:nvSpPr>
        <p:spPr>
          <a:xfrm>
            <a:off x="7238492" y="3284984"/>
            <a:ext cx="4762163" cy="36202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6"/>
          <p:cNvSpPr/>
          <p:nvPr/>
        </p:nvSpPr>
        <p:spPr>
          <a:xfrm>
            <a:off x="11136560" y="4881756"/>
            <a:ext cx="864096" cy="652123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7015" y="2493597"/>
            <a:ext cx="10972800" cy="3050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7"/>
          <p:cNvPicPr preferRelativeResize="0"/>
          <p:nvPr/>
        </p:nvPicPr>
        <p:blipFill rotWithShape="1">
          <a:blip r:embed="rId4">
            <a:alphaModFix/>
          </a:blip>
          <a:srcRect b="37311"/>
          <a:stretch/>
        </p:blipFill>
        <p:spPr>
          <a:xfrm>
            <a:off x="6145539" y="2590873"/>
            <a:ext cx="4344006" cy="3702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9966" y="3462058"/>
            <a:ext cx="4540745" cy="315793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7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設定Dashboards</a:t>
            </a:r>
            <a:endParaRPr/>
          </a:p>
        </p:txBody>
      </p:sp>
      <p:sp>
        <p:nvSpPr>
          <p:cNvPr id="367" name="Google Shape;367;p27"/>
          <p:cNvSpPr txBox="1">
            <a:spLocks noGrp="1"/>
          </p:cNvSpPr>
          <p:nvPr>
            <p:ph type="body" idx="1"/>
          </p:nvPr>
        </p:nvSpPr>
        <p:spPr>
          <a:xfrm>
            <a:off x="609600" y="1417639"/>
            <a:ext cx="10972800" cy="4861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457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2.在Dashboards中加入顯示元件：1.按修改按鈕→2.按Create New Block →建立2個Text及1個Stream Block</a:t>
            </a:r>
            <a:endParaRPr/>
          </a:p>
          <a:p>
            <a:pPr marL="457177" lvl="0" indent="-33017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None/>
            </a:pPr>
            <a:endParaRPr sz="2000"/>
          </a:p>
          <a:p>
            <a:pPr marL="457177" lvl="0" indent="-33017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None/>
            </a:pPr>
            <a:endParaRPr sz="2000"/>
          </a:p>
        </p:txBody>
      </p:sp>
      <p:sp>
        <p:nvSpPr>
          <p:cNvPr id="368" name="Google Shape;368;p27"/>
          <p:cNvSpPr/>
          <p:nvPr/>
        </p:nvSpPr>
        <p:spPr>
          <a:xfrm>
            <a:off x="10556960" y="2549570"/>
            <a:ext cx="971696" cy="72434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9" name="Google Shape;369;p27"/>
          <p:cNvCxnSpPr/>
          <p:nvPr/>
        </p:nvCxnSpPr>
        <p:spPr>
          <a:xfrm flipH="1">
            <a:off x="1622671" y="4128842"/>
            <a:ext cx="4540745" cy="1162135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70" name="Google Shape;370;p27"/>
          <p:cNvCxnSpPr/>
          <p:nvPr/>
        </p:nvCxnSpPr>
        <p:spPr>
          <a:xfrm>
            <a:off x="7205870" y="1908313"/>
            <a:ext cx="3567366" cy="585284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71" name="Google Shape;371;p27"/>
          <p:cNvCxnSpPr/>
          <p:nvPr/>
        </p:nvCxnSpPr>
        <p:spPr>
          <a:xfrm flipH="1">
            <a:off x="8872835" y="3297408"/>
            <a:ext cx="2048991" cy="520721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72" name="Google Shape;372;p27"/>
          <p:cNvSpPr/>
          <p:nvPr/>
        </p:nvSpPr>
        <p:spPr>
          <a:xfrm>
            <a:off x="677015" y="5350361"/>
            <a:ext cx="1098505" cy="116213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7"/>
          <p:cNvSpPr/>
          <p:nvPr/>
        </p:nvSpPr>
        <p:spPr>
          <a:xfrm>
            <a:off x="6251188" y="3888254"/>
            <a:ext cx="2621647" cy="404842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7"/>
          <p:cNvSpPr/>
          <p:nvPr/>
        </p:nvSpPr>
        <p:spPr>
          <a:xfrm>
            <a:off x="1842935" y="5440362"/>
            <a:ext cx="1156721" cy="107897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4069" y="2410818"/>
            <a:ext cx="9938395" cy="3371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40150" y="2557371"/>
            <a:ext cx="4413496" cy="2808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7517" y="2937621"/>
            <a:ext cx="6120680" cy="3005364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8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設定Dashboards</a:t>
            </a:r>
            <a:endParaRPr/>
          </a:p>
        </p:txBody>
      </p:sp>
      <p:sp>
        <p:nvSpPr>
          <p:cNvPr id="383" name="Google Shape;383;p28"/>
          <p:cNvSpPr txBox="1">
            <a:spLocks noGrp="1"/>
          </p:cNvSpPr>
          <p:nvPr>
            <p:ph type="body" idx="1"/>
          </p:nvPr>
        </p:nvSpPr>
        <p:spPr>
          <a:xfrm>
            <a:off x="609600" y="1209540"/>
            <a:ext cx="10972800" cy="5069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457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3.Text Block設定：在Connect Feeds的IOT_SMARTHOUSE_LOCAL中選擇 temp→按Next step→在Block Settings中Block Title中輸入”溫度”→按Create block建立Text Block(humi及stream(同時勾選  temp及humi )步驟相同)  </a:t>
            </a:r>
            <a:endParaRPr sz="2400"/>
          </a:p>
          <a:p>
            <a:pPr marL="457177" lvl="0" indent="-33017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None/>
            </a:pPr>
            <a:endParaRPr sz="2000"/>
          </a:p>
          <a:p>
            <a:pPr marL="457177" lvl="0" indent="-33017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None/>
            </a:pPr>
            <a:endParaRPr sz="2000"/>
          </a:p>
        </p:txBody>
      </p:sp>
      <p:sp>
        <p:nvSpPr>
          <p:cNvPr id="384" name="Google Shape;384;p28"/>
          <p:cNvSpPr/>
          <p:nvPr/>
        </p:nvSpPr>
        <p:spPr>
          <a:xfrm>
            <a:off x="7045071" y="4761264"/>
            <a:ext cx="1355185" cy="520721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5" name="Google Shape;385;p28"/>
          <p:cNvCxnSpPr/>
          <p:nvPr/>
        </p:nvCxnSpPr>
        <p:spPr>
          <a:xfrm>
            <a:off x="1273201" y="4256306"/>
            <a:ext cx="4461934" cy="1025679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86" name="Google Shape;386;p28"/>
          <p:cNvCxnSpPr/>
          <p:nvPr/>
        </p:nvCxnSpPr>
        <p:spPr>
          <a:xfrm flipH="1">
            <a:off x="1487490" y="2410818"/>
            <a:ext cx="1792423" cy="1306214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87" name="Google Shape;387;p28"/>
          <p:cNvCxnSpPr>
            <a:endCxn id="384" idx="2"/>
          </p:cNvCxnSpPr>
          <p:nvPr/>
        </p:nvCxnSpPr>
        <p:spPr>
          <a:xfrm rot="10800000" flipH="1">
            <a:off x="6713763" y="5281985"/>
            <a:ext cx="1008900" cy="3801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88" name="Google Shape;388;p28"/>
          <p:cNvSpPr/>
          <p:nvPr/>
        </p:nvSpPr>
        <p:spPr>
          <a:xfrm flipH="1">
            <a:off x="5690710" y="5334438"/>
            <a:ext cx="1008112" cy="576064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8"/>
          <p:cNvSpPr/>
          <p:nvPr/>
        </p:nvSpPr>
        <p:spPr>
          <a:xfrm>
            <a:off x="755933" y="3961666"/>
            <a:ext cx="1156721" cy="288033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0" name="Google Shape;390;p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849409" y="5365960"/>
            <a:ext cx="3064206" cy="853959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8"/>
          <p:cNvSpPr/>
          <p:nvPr/>
        </p:nvSpPr>
        <p:spPr>
          <a:xfrm>
            <a:off x="10632504" y="5718731"/>
            <a:ext cx="1281111" cy="501188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2" name="Google Shape;392;p28"/>
          <p:cNvCxnSpPr>
            <a:stCxn id="384" idx="3"/>
          </p:cNvCxnSpPr>
          <p:nvPr/>
        </p:nvCxnSpPr>
        <p:spPr>
          <a:xfrm>
            <a:off x="8400256" y="5021625"/>
            <a:ext cx="2147700" cy="7860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858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ct val="96883"/>
              <a:buFont typeface="Arial"/>
              <a:buNone/>
            </a:pPr>
            <a:r>
              <a:rPr lang="zh-TW"/>
              <a:t>上傳溫溼度資料</a:t>
            </a:r>
            <a:br>
              <a:rPr lang="zh-TW"/>
            </a:br>
            <a:r>
              <a:rPr lang="zh-TW"/>
              <a:t>至雲端平台程式</a:t>
            </a:r>
            <a:br>
              <a:rPr lang="zh-TW"/>
            </a:br>
            <a:r>
              <a:rPr lang="zh-TW"/>
              <a:t>積木</a:t>
            </a:r>
            <a:endParaRPr/>
          </a:p>
        </p:txBody>
      </p:sp>
      <p:sp>
        <p:nvSpPr>
          <p:cNvPr id="398" name="Google Shape;398;p29"/>
          <p:cNvSpPr txBox="1">
            <a:spLocks noGrp="1"/>
          </p:cNvSpPr>
          <p:nvPr>
            <p:ph type="body" idx="1"/>
          </p:nvPr>
        </p:nvSpPr>
        <p:spPr>
          <a:xfrm>
            <a:off x="609600" y="1209540"/>
            <a:ext cx="10972800" cy="5069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330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000"/>
              <a:buNone/>
            </a:pPr>
            <a:endParaRPr sz="2000"/>
          </a:p>
        </p:txBody>
      </p:sp>
      <p:pic>
        <p:nvPicPr>
          <p:cNvPr id="399" name="Google Shape;399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73578" y="21742"/>
            <a:ext cx="7411484" cy="6601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0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934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上傳溫溼度資料至雲端平台程式積木</a:t>
            </a:r>
            <a:endParaRPr/>
          </a:p>
        </p:txBody>
      </p:sp>
      <p:sp>
        <p:nvSpPr>
          <p:cNvPr id="405" name="Google Shape;405;p30"/>
          <p:cNvSpPr txBox="1">
            <a:spLocks noGrp="1"/>
          </p:cNvSpPr>
          <p:nvPr>
            <p:ph type="body" idx="1"/>
          </p:nvPr>
        </p:nvSpPr>
        <p:spPr>
          <a:xfrm>
            <a:off x="609600" y="1209540"/>
            <a:ext cx="10972800" cy="5069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330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000"/>
              <a:buNone/>
            </a:pPr>
            <a:endParaRPr sz="2000"/>
          </a:p>
        </p:txBody>
      </p:sp>
      <p:pic>
        <p:nvPicPr>
          <p:cNvPr id="406" name="Google Shape;406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1112" y="1240960"/>
            <a:ext cx="11117226" cy="57443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AE4F735C-D50A-4A2A-B74E-032CCCB33541}"/>
              </a:ext>
            </a:extLst>
          </p:cNvPr>
          <p:cNvSpPr txBox="1"/>
          <p:nvPr/>
        </p:nvSpPr>
        <p:spPr>
          <a:xfrm>
            <a:off x="5772150" y="1752600"/>
            <a:ext cx="60007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dirty="0"/>
              <a:t>10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45DDD96-29FC-485C-91A9-5A65AD8A83C0}"/>
              </a:ext>
            </a:extLst>
          </p:cNvPr>
          <p:cNvSpPr txBox="1"/>
          <p:nvPr/>
        </p:nvSpPr>
        <p:spPr>
          <a:xfrm>
            <a:off x="5772149" y="2290984"/>
            <a:ext cx="60007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dirty="0"/>
              <a:t>10</a:t>
            </a:r>
            <a:endParaRPr lang="zh-TW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1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上傳溫溼度資料至雲端平台結果</a:t>
            </a:r>
            <a:endParaRPr/>
          </a:p>
        </p:txBody>
      </p:sp>
      <p:sp>
        <p:nvSpPr>
          <p:cNvPr id="412" name="Google Shape;412;p31"/>
          <p:cNvSpPr txBox="1">
            <a:spLocks noGrp="1"/>
          </p:cNvSpPr>
          <p:nvPr>
            <p:ph type="body" idx="1"/>
          </p:nvPr>
        </p:nvSpPr>
        <p:spPr>
          <a:xfrm>
            <a:off x="609600" y="1209540"/>
            <a:ext cx="10972800" cy="5069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330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000"/>
              <a:buNone/>
            </a:pPr>
            <a:endParaRPr sz="2000"/>
          </a:p>
        </p:txBody>
      </p:sp>
      <p:pic>
        <p:nvPicPr>
          <p:cNvPr id="413" name="Google Shape;413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3592" y="1195462"/>
            <a:ext cx="7735380" cy="5306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Mayas Theme Color">
      <a:dk1>
        <a:srgbClr val="5C5C5C"/>
      </a:dk1>
      <a:lt1>
        <a:srgbClr val="FFFFFF"/>
      </a:lt1>
      <a:dk2>
        <a:srgbClr val="3F3F3F"/>
      </a:dk2>
      <a:lt2>
        <a:srgbClr val="FCFCFC"/>
      </a:lt2>
      <a:accent1>
        <a:srgbClr val="1B6AA3"/>
      </a:accent1>
      <a:accent2>
        <a:srgbClr val="84CBC5"/>
      </a:accent2>
      <a:accent3>
        <a:srgbClr val="F8D35E"/>
      </a:accent3>
      <a:accent4>
        <a:srgbClr val="F47264"/>
      </a:accent4>
      <a:accent5>
        <a:srgbClr val="7CC8EC"/>
      </a:accent5>
      <a:accent6>
        <a:srgbClr val="868AD1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910</Words>
  <Application>Microsoft Office PowerPoint</Application>
  <PresentationFormat>寬螢幕</PresentationFormat>
  <Paragraphs>68</Paragraphs>
  <Slides>27</Slides>
  <Notes>27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1" baseType="lpstr">
      <vt:lpstr>Microsoft JhengHei</vt:lpstr>
      <vt:lpstr>Arial</vt:lpstr>
      <vt:lpstr>Calibri</vt:lpstr>
      <vt:lpstr>1_Office Theme</vt:lpstr>
      <vt:lpstr>PowerPoint 簡報</vt:lpstr>
      <vt:lpstr>PowerPoint 簡報</vt:lpstr>
      <vt:lpstr>溫溼度感測器讀取積木說明</vt:lpstr>
      <vt:lpstr>EZ Start Kit擴展版說明</vt:lpstr>
      <vt:lpstr>EZ Start Kit擴展版 腳位對照圖</vt:lpstr>
      <vt:lpstr>EZ Start Kit擴展版 腳位對照圖</vt:lpstr>
      <vt:lpstr>PowerPoint 簡報</vt:lpstr>
      <vt:lpstr>EZ Start Kit擴展版 腳位對照圖</vt:lpstr>
      <vt:lpstr>將溫溼度數值傳送至手機</vt:lpstr>
      <vt:lpstr>將溫溼度數值傳送至手機</vt:lpstr>
      <vt:lpstr>將溫溼度數值傳送至手機</vt:lpstr>
      <vt:lpstr>將溫溼度數值傳送至手機</vt:lpstr>
      <vt:lpstr>將溫溼度數值傳送至雲端平台</vt:lpstr>
      <vt:lpstr>註冊AdafruitIO</vt:lpstr>
      <vt:lpstr>加入”連線到MQTT”積木並設定</vt:lpstr>
      <vt:lpstr>加入”連線到MQTT”積木並設定</vt:lpstr>
      <vt:lpstr>加入”訂閱Topic”積木</vt:lpstr>
      <vt:lpstr>加入”訂閱Topic”積木</vt:lpstr>
      <vt:lpstr>加入”訂閱Topic”積木</vt:lpstr>
      <vt:lpstr>加入”發佈Topic”積木</vt:lpstr>
      <vt:lpstr>加入”發佈Topic”積木</vt:lpstr>
      <vt:lpstr>設定Dashboards</vt:lpstr>
      <vt:lpstr>設定Dashboards</vt:lpstr>
      <vt:lpstr>設定Dashboards</vt:lpstr>
      <vt:lpstr>上傳溫溼度資料 至雲端平台程式 積木</vt:lpstr>
      <vt:lpstr>上傳溫溼度資料至雲端平台程式積木</vt:lpstr>
      <vt:lpstr>上傳溫溼度資料至雲端平台結果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Roki</cp:lastModifiedBy>
  <cp:revision>4</cp:revision>
  <dcterms:created xsi:type="dcterms:W3CDTF">2024-11-07T03:16:22Z</dcterms:created>
  <dcterms:modified xsi:type="dcterms:W3CDTF">2025-11-03T02:41:40Z</dcterms:modified>
</cp:coreProperties>
</file>
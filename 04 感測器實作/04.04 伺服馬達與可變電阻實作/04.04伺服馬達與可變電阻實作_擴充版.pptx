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66" r:id="rId4"/>
    <p:sldId id="267" r:id="rId5"/>
    <p:sldId id="268" r:id="rId6"/>
    <p:sldId id="269" r:id="rId7"/>
    <p:sldId id="270" r:id="rId8"/>
    <p:sldId id="271" r:id="rId9"/>
    <p:sldId id="272" r:id="rId10"/>
    <p:sldId id="273" r:id="rId11"/>
    <p:sldId id="287" r:id="rId12"/>
    <p:sldId id="290" r:id="rId13"/>
    <p:sldId id="291" r:id="rId14"/>
    <p:sldId id="274" r:id="rId15"/>
    <p:sldId id="264" r:id="rId16"/>
    <p:sldId id="275" r:id="rId17"/>
    <p:sldId id="288" r:id="rId18"/>
    <p:sldId id="292" r:id="rId19"/>
    <p:sldId id="293" r:id="rId20"/>
    <p:sldId id="284" r:id="rId21"/>
    <p:sldId id="294" r:id="rId22"/>
    <p:sldId id="295" r:id="rId23"/>
  </p:sldIdLst>
  <p:sldSz cx="12192000" cy="6858000"/>
  <p:notesSz cx="6858000" cy="9144000"/>
  <p:embeddedFontLst>
    <p:embeddedFont>
      <p:font typeface="Microsoft JhengHei" panose="020B0604030504040204" pitchFamily="34" charset="-120"/>
      <p:regular r:id="rId25"/>
      <p:bold r:id="rId26"/>
    </p:embeddedFont>
    <p:embeddedFont>
      <p:font typeface="Calibri" panose="020F0502020204030204" pitchFamily="34" charset="0"/>
      <p:regular r:id="rId27"/>
      <p:bold r:id="rId28"/>
      <p:italic r:id="rId29"/>
      <p:boldItalic r:id="rId30"/>
    </p:embeddedFont>
    <p:embeddedFont>
      <p:font typeface="Inter" panose="02020500000000000000"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isbYJzQH0qwY5UZ8gLJmOjfbXB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AEC6F8-E872-400C-90B3-AEC2286CBE99}">
  <a:tblStyle styleId="{F6AEC6F8-E872-400C-90B3-AEC2286CBE9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5f09981bd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a5f09981bd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a5f09981bd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a5f09981bd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5f09981bd_0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a5f09981bd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a5f09981bd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g3a5f09981bd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5f09981bd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a5f09981b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a5f09981bd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3a5f09981bd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a5f09981bd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a5f09981bd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a5f09981bd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5f09981bd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a5f09981bd_0_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g3a5f09981bd_0_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a5f09981bd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5f09981bd_0_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3a5f09981bd_0_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14</a:t>
            </a:fld>
            <a:endParaRPr/>
          </a:p>
        </p:txBody>
      </p:sp>
    </p:spTree>
    <p:extLst>
      <p:ext uri="{BB962C8B-B14F-4D97-AF65-F5344CB8AC3E}">
        <p14:creationId xmlns:p14="http://schemas.microsoft.com/office/powerpoint/2010/main" val="358672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5f09981bd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46" name="Google Shape;146;g3a5f09981b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a5f09981bd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a5f09981bd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3a5f09981bd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71" name="Google Shape;27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646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5f09981bd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46" name="Google Shape;146;g3a5f09981b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6150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a5f09981bd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a5f09981bd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3a5f09981bd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19</a:t>
            </a:fld>
            <a:endParaRPr/>
          </a:p>
        </p:txBody>
      </p:sp>
    </p:spTree>
    <p:extLst>
      <p:ext uri="{BB962C8B-B14F-4D97-AF65-F5344CB8AC3E}">
        <p14:creationId xmlns:p14="http://schemas.microsoft.com/office/powerpoint/2010/main" val="1237505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a5f09981bd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a5f09981bd_0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a5f09981bd_0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20</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a5f09981bd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a5f09981bd_0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a5f09981bd_0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21</a:t>
            </a:fld>
            <a:endParaRPr/>
          </a:p>
        </p:txBody>
      </p:sp>
    </p:spTree>
    <p:extLst>
      <p:ext uri="{BB962C8B-B14F-4D97-AF65-F5344CB8AC3E}">
        <p14:creationId xmlns:p14="http://schemas.microsoft.com/office/powerpoint/2010/main" val="1618182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a5f09981bd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a5f09981bd_0_1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a5f09981bd_0_1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22</a:t>
            </a:fld>
            <a:endParaRPr/>
          </a:p>
        </p:txBody>
      </p:sp>
    </p:spTree>
    <p:extLst>
      <p:ext uri="{BB962C8B-B14F-4D97-AF65-F5344CB8AC3E}">
        <p14:creationId xmlns:p14="http://schemas.microsoft.com/office/powerpoint/2010/main" val="3164400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2">
  <p:cSld name="Title Only-2">
    <p:spTree>
      <p:nvGrpSpPr>
        <p:cNvPr id="1" name="Shape 18"/>
        <p:cNvGrpSpPr/>
        <p:nvPr/>
      </p:nvGrpSpPr>
      <p:grpSpPr>
        <a:xfrm>
          <a:off x="0" y="0"/>
          <a:ext cx="0" cy="0"/>
          <a:chOff x="0" y="0"/>
          <a:chExt cx="0" cy="0"/>
        </a:xfrm>
      </p:grpSpPr>
      <p:sp>
        <p:nvSpPr>
          <p:cNvPr id="19" name="Google Shape;19;p24"/>
          <p:cNvSpPr txBox="1">
            <a:spLocks noGrp="1"/>
          </p:cNvSpPr>
          <p:nvPr>
            <p:ph type="title"/>
          </p:nvPr>
        </p:nvSpPr>
        <p:spPr>
          <a:xfrm>
            <a:off x="609600" y="2276872"/>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4D4D4D"/>
              </a:buClr>
              <a:buSzPts val="4800"/>
              <a:buFont typeface="Microsoft JhengHei"/>
              <a:buNone/>
              <a:defRPr sz="48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Microsoft JhengHei"/>
                <a:ea typeface="Microsoft JhengHei"/>
                <a:cs typeface="Microsoft JhengHei"/>
                <a:sym typeface="Microsoft JhengHe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23" name="Google Shape;23;p24"/>
          <p:cNvSpPr txBox="1"/>
          <p:nvPr/>
        </p:nvSpPr>
        <p:spPr>
          <a:xfrm>
            <a:off x="623397" y="1604798"/>
            <a:ext cx="18473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4" name="Google Shape;24;p24"/>
          <p:cNvSpPr txBox="1">
            <a:spLocks noGrp="1"/>
          </p:cNvSpPr>
          <p:nvPr>
            <p:ph type="body" idx="1"/>
          </p:nvPr>
        </p:nvSpPr>
        <p:spPr>
          <a:xfrm>
            <a:off x="2681684" y="3479512"/>
            <a:ext cx="6828632" cy="429670"/>
          </a:xfrm>
          <a:prstGeom prst="rect">
            <a:avLst/>
          </a:prstGeom>
          <a:noFill/>
          <a:ln>
            <a:noFill/>
          </a:ln>
        </p:spPr>
        <p:txBody>
          <a:bodyPr spcFirstLastPara="1" wrap="square" lIns="91425" tIns="45700" rIns="91425" bIns="45700" anchor="t" anchorCtr="0">
            <a:normAutofit/>
          </a:bodyPr>
          <a:lstStyle>
            <a:lvl1pPr marL="457200" lvl="0" indent="-228600" algn="ctr">
              <a:spcBef>
                <a:spcPts val="400"/>
              </a:spcBef>
              <a:spcAft>
                <a:spcPts val="0"/>
              </a:spcAft>
              <a:buClr>
                <a:srgbClr val="5C5C5C"/>
              </a:buClr>
              <a:buSzPts val="2000"/>
              <a:buNone/>
              <a:defRPr sz="2000">
                <a:solidFill>
                  <a:srgbClr val="5C5C5C"/>
                </a:solidFill>
                <a:latin typeface="Microsoft JhengHei"/>
                <a:ea typeface="Microsoft JhengHei"/>
                <a:cs typeface="Microsoft JhengHei"/>
                <a:sym typeface="Microsoft JhengHei"/>
              </a:defRPr>
            </a:lvl1pPr>
            <a:lvl2pPr marL="914400" lvl="1" indent="-342900" algn="l">
              <a:spcBef>
                <a:spcPts val="360"/>
              </a:spcBef>
              <a:spcAft>
                <a:spcPts val="0"/>
              </a:spcAft>
              <a:buClr>
                <a:srgbClr val="A5A5A5"/>
              </a:buClr>
              <a:buSzPts val="1800"/>
              <a:buChar char="–"/>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5"/>
        <p:cNvGrpSpPr/>
        <p:nvPr/>
      </p:nvGrpSpPr>
      <p:grpSpPr>
        <a:xfrm>
          <a:off x="0" y="0"/>
          <a:ext cx="0" cy="0"/>
          <a:chOff x="0" y="0"/>
          <a:chExt cx="0" cy="0"/>
        </a:xfrm>
      </p:grpSpPr>
      <p:sp>
        <p:nvSpPr>
          <p:cNvPr id="26" name="Google Shape;26;p25"/>
          <p:cNvSpPr txBox="1">
            <a:spLocks noGrp="1"/>
          </p:cNvSpPr>
          <p:nvPr>
            <p:ph type="body" idx="1"/>
          </p:nvPr>
        </p:nvSpPr>
        <p:spPr>
          <a:xfrm>
            <a:off x="695400" y="1628800"/>
            <a:ext cx="10887000" cy="4137324"/>
          </a:xfrm>
          <a:prstGeom prst="rect">
            <a:avLst/>
          </a:prstGeom>
          <a:noFill/>
          <a:ln>
            <a:noFill/>
          </a:ln>
        </p:spPr>
        <p:txBody>
          <a:bodyPr spcFirstLastPara="1" wrap="square" lIns="91425" tIns="45700" rIns="91425" bIns="45700" anchor="t" anchorCtr="0">
            <a:normAutofit/>
          </a:bodyPr>
          <a:lstStyle>
            <a:lvl1pPr marL="457200" lvl="0" indent="-381000" algn="l">
              <a:lnSpc>
                <a:spcPct val="145833"/>
              </a:lnSpc>
              <a:spcBef>
                <a:spcPts val="480"/>
              </a:spcBef>
              <a:spcAft>
                <a:spcPts val="0"/>
              </a:spcAft>
              <a:buClr>
                <a:srgbClr val="5C5C5C"/>
              </a:buClr>
              <a:buSzPts val="2400"/>
              <a:buChar char="•"/>
              <a:defRPr sz="2400" b="0">
                <a:solidFill>
                  <a:srgbClr val="5C5C5C"/>
                </a:solidFill>
                <a:latin typeface="Microsoft JhengHei"/>
                <a:ea typeface="Microsoft JhengHei"/>
                <a:cs typeface="Microsoft JhengHei"/>
                <a:sym typeface="Microsoft JhengHei"/>
              </a:defRPr>
            </a:lvl1pPr>
            <a:lvl2pPr marL="914400" lvl="1" indent="-342900" algn="l">
              <a:lnSpc>
                <a:spcPct val="177777"/>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2pPr>
            <a:lvl3pPr marL="1371600" lvl="2" indent="-355600" algn="l">
              <a:lnSpc>
                <a:spcPct val="15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3pPr>
            <a:lvl4pPr marL="1828800" lvl="3" indent="-330200" algn="l">
              <a:lnSpc>
                <a:spcPct val="1875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4pPr>
            <a:lvl5pPr marL="2286000" lvl="4" indent="-317500" algn="l">
              <a:lnSpc>
                <a:spcPct val="214285"/>
              </a:lnSpc>
              <a:spcBef>
                <a:spcPts val="280"/>
              </a:spcBef>
              <a:spcAft>
                <a:spcPts val="0"/>
              </a:spcAft>
              <a:buClr>
                <a:srgbClr val="5C5C5C"/>
              </a:buClr>
              <a:buSzPts val="1400"/>
              <a:buChar char="»"/>
              <a:defRPr sz="1400">
                <a:solidFill>
                  <a:srgbClr val="5C5C5C"/>
                </a:solidFill>
                <a:latin typeface="Microsoft JhengHei"/>
                <a:ea typeface="Microsoft JhengHei"/>
                <a:cs typeface="Microsoft JhengHei"/>
                <a:sym typeface="Microsoft JhengHe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30" name="Google Shape;30;p25"/>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31"/>
        <p:cNvGrpSpPr/>
        <p:nvPr/>
      </p:nvGrpSpPr>
      <p:grpSpPr>
        <a:xfrm>
          <a:off x="0" y="0"/>
          <a:ext cx="0" cy="0"/>
          <a:chOff x="0" y="0"/>
          <a:chExt cx="0" cy="0"/>
        </a:xfrm>
      </p:grpSpPr>
      <p:sp>
        <p:nvSpPr>
          <p:cNvPr id="32" name="Google Shape;32;p26"/>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94949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A5A5A5"/>
              </a:buClr>
              <a:buSzPts val="1800"/>
              <a:buChar char="•"/>
              <a:defRPr/>
            </a:lvl1pPr>
            <a:lvl2pPr marL="914400" lvl="1" indent="-342900" algn="l">
              <a:spcBef>
                <a:spcPts val="360"/>
              </a:spcBef>
              <a:spcAft>
                <a:spcPts val="0"/>
              </a:spcAft>
              <a:buClr>
                <a:srgbClr val="A5A5A5"/>
              </a:buClr>
              <a:buSzPts val="1800"/>
              <a:buChar char="–"/>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 name="Google Shape;34;p2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
        <p:cNvGrpSpPr/>
        <p:nvPr/>
      </p:nvGrpSpPr>
      <p:grpSpPr>
        <a:xfrm>
          <a:off x="0" y="0"/>
          <a:ext cx="0" cy="0"/>
          <a:chOff x="0" y="0"/>
          <a:chExt cx="0" cy="0"/>
        </a:xfrm>
      </p:grpSpPr>
      <p:sp>
        <p:nvSpPr>
          <p:cNvPr id="38" name="Google Shape;38;p27"/>
          <p:cNvSpPr txBox="1">
            <a:spLocks noGrp="1"/>
          </p:cNvSpPr>
          <p:nvPr>
            <p:ph type="ctrTitle"/>
          </p:nvPr>
        </p:nvSpPr>
        <p:spPr>
          <a:xfrm>
            <a:off x="914400" y="177281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4D4D4D"/>
              </a:buClr>
              <a:buSzPts val="6000"/>
              <a:buFont typeface="Microsoft JhengHei"/>
              <a:buNone/>
              <a:defRPr sz="60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7"/>
          <p:cNvSpPr txBox="1">
            <a:spLocks noGrp="1"/>
          </p:cNvSpPr>
          <p:nvPr>
            <p:ph type="subTitle" idx="1"/>
          </p:nvPr>
        </p:nvSpPr>
        <p:spPr>
          <a:xfrm>
            <a:off x="4055224" y="4231177"/>
            <a:ext cx="4081549" cy="623451"/>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5C5C5C"/>
              </a:buClr>
              <a:buSzPts val="2400"/>
              <a:buNone/>
              <a:defRPr sz="2400">
                <a:solidFill>
                  <a:srgbClr val="5C5C5C"/>
                </a:solidFill>
                <a:latin typeface="Microsoft JhengHei"/>
                <a:ea typeface="Microsoft JhengHei"/>
                <a:cs typeface="Microsoft JhengHei"/>
                <a:sym typeface="Microsoft JhengHei"/>
              </a:defRPr>
            </a:lvl1pPr>
            <a:lvl2pPr lvl="1" algn="ctr">
              <a:spcBef>
                <a:spcPts val="320"/>
              </a:spcBef>
              <a:spcAft>
                <a:spcPts val="0"/>
              </a:spcAft>
              <a:buClr>
                <a:srgbClr val="9A9A9A"/>
              </a:buClr>
              <a:buSzPts val="1600"/>
              <a:buNone/>
              <a:defRPr>
                <a:solidFill>
                  <a:srgbClr val="9A9A9A"/>
                </a:solidFill>
              </a:defRPr>
            </a:lvl2pPr>
            <a:lvl3pPr lvl="2" algn="ctr">
              <a:spcBef>
                <a:spcPts val="293"/>
              </a:spcBef>
              <a:spcAft>
                <a:spcPts val="0"/>
              </a:spcAft>
              <a:buClr>
                <a:srgbClr val="9A9A9A"/>
              </a:buClr>
              <a:buSzPts val="1467"/>
              <a:buNone/>
              <a:defRPr>
                <a:solidFill>
                  <a:srgbClr val="9A9A9A"/>
                </a:solidFill>
              </a:defRPr>
            </a:lvl3pPr>
            <a:lvl4pPr lvl="3" algn="ctr">
              <a:spcBef>
                <a:spcPts val="280"/>
              </a:spcBef>
              <a:spcAft>
                <a:spcPts val="0"/>
              </a:spcAft>
              <a:buClr>
                <a:srgbClr val="9A9A9A"/>
              </a:buClr>
              <a:buSzPts val="1401"/>
              <a:buNone/>
              <a:defRPr>
                <a:solidFill>
                  <a:srgbClr val="9A9A9A"/>
                </a:solidFill>
              </a:defRPr>
            </a:lvl4pPr>
            <a:lvl5pPr lvl="4" algn="ctr">
              <a:spcBef>
                <a:spcPts val="280"/>
              </a:spcBef>
              <a:spcAft>
                <a:spcPts val="0"/>
              </a:spcAft>
              <a:buClr>
                <a:srgbClr val="9A9A9A"/>
              </a:buClr>
              <a:buSzPts val="1401"/>
              <a:buNone/>
              <a:defRPr>
                <a:solidFill>
                  <a:srgbClr val="9A9A9A"/>
                </a:solidFill>
              </a:defRPr>
            </a:lvl5pPr>
            <a:lvl6pPr lvl="5" algn="ctr">
              <a:spcBef>
                <a:spcPts val="533"/>
              </a:spcBef>
              <a:spcAft>
                <a:spcPts val="0"/>
              </a:spcAft>
              <a:buClr>
                <a:srgbClr val="9A9A9A"/>
              </a:buClr>
              <a:buSzPts val="2667"/>
              <a:buNone/>
              <a:defRPr>
                <a:solidFill>
                  <a:srgbClr val="9A9A9A"/>
                </a:solidFill>
              </a:defRPr>
            </a:lvl6pPr>
            <a:lvl7pPr lvl="6" algn="ctr">
              <a:spcBef>
                <a:spcPts val="533"/>
              </a:spcBef>
              <a:spcAft>
                <a:spcPts val="0"/>
              </a:spcAft>
              <a:buClr>
                <a:srgbClr val="9A9A9A"/>
              </a:buClr>
              <a:buSzPts val="2667"/>
              <a:buNone/>
              <a:defRPr>
                <a:solidFill>
                  <a:srgbClr val="9A9A9A"/>
                </a:solidFill>
              </a:defRPr>
            </a:lvl7pPr>
            <a:lvl8pPr lvl="7" algn="ctr">
              <a:spcBef>
                <a:spcPts val="533"/>
              </a:spcBef>
              <a:spcAft>
                <a:spcPts val="0"/>
              </a:spcAft>
              <a:buClr>
                <a:srgbClr val="9A9A9A"/>
              </a:buClr>
              <a:buSzPts val="2667"/>
              <a:buNone/>
              <a:defRPr>
                <a:solidFill>
                  <a:srgbClr val="9A9A9A"/>
                </a:solidFill>
              </a:defRPr>
            </a:lvl8pPr>
            <a:lvl9pPr lvl="8" algn="ctr">
              <a:spcBef>
                <a:spcPts val="533"/>
              </a:spcBef>
              <a:spcAft>
                <a:spcPts val="0"/>
              </a:spcAft>
              <a:buClr>
                <a:srgbClr val="9A9A9A"/>
              </a:buClr>
              <a:buSzPts val="2667"/>
              <a:buNone/>
              <a:defRPr>
                <a:solidFill>
                  <a:srgbClr val="9A9A9A"/>
                </a:solidFill>
              </a:defRPr>
            </a:lvl9pPr>
          </a:lstStyle>
          <a:p>
            <a:endParaRPr/>
          </a:p>
        </p:txBody>
      </p:sp>
      <p:sp>
        <p:nvSpPr>
          <p:cNvPr id="40" name="Google Shape;40;p27"/>
          <p:cNvSpPr txBox="1">
            <a:spLocks noGrp="1"/>
          </p:cNvSpPr>
          <p:nvPr>
            <p:ph type="body" idx="2"/>
          </p:nvPr>
        </p:nvSpPr>
        <p:spPr>
          <a:xfrm>
            <a:off x="2724582" y="3438663"/>
            <a:ext cx="6742832" cy="429670"/>
          </a:xfrm>
          <a:prstGeom prst="rect">
            <a:avLst/>
          </a:prstGeom>
          <a:noFill/>
          <a:ln>
            <a:noFill/>
          </a:ln>
        </p:spPr>
        <p:txBody>
          <a:bodyPr spcFirstLastPara="1" wrap="square" lIns="91425" tIns="45700" rIns="91425" bIns="45700" anchor="t" anchorCtr="0">
            <a:noAutofit/>
          </a:bodyPr>
          <a:lstStyle>
            <a:lvl1pPr marL="457200" lvl="0" indent="-228600" algn="ctr">
              <a:spcBef>
                <a:spcPts val="480"/>
              </a:spcBef>
              <a:spcAft>
                <a:spcPts val="0"/>
              </a:spcAft>
              <a:buClr>
                <a:srgbClr val="5C5C5C"/>
              </a:buClr>
              <a:buSzPts val="2400"/>
              <a:buNone/>
              <a:defRPr sz="2400">
                <a:solidFill>
                  <a:srgbClr val="5C5C5C"/>
                </a:solidFill>
                <a:latin typeface="Microsoft JhengHei"/>
                <a:ea typeface="Microsoft JhengHei"/>
                <a:cs typeface="Microsoft JhengHei"/>
                <a:sym typeface="Microsoft JhengHei"/>
              </a:defRPr>
            </a:lvl1pPr>
            <a:lvl2pPr marL="914400" lvl="1" indent="-342900" algn="l">
              <a:spcBef>
                <a:spcPts val="360"/>
              </a:spcBef>
              <a:spcAft>
                <a:spcPts val="0"/>
              </a:spcAft>
              <a:buClr>
                <a:srgbClr val="A5A5A5"/>
              </a:buClr>
              <a:buSzPts val="1800"/>
              <a:buChar char="–"/>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2">
  <p:cSld name="Title Slide-2">
    <p:spTree>
      <p:nvGrpSpPr>
        <p:cNvPr id="1" name="Shape 41"/>
        <p:cNvGrpSpPr/>
        <p:nvPr/>
      </p:nvGrpSpPr>
      <p:grpSpPr>
        <a:xfrm>
          <a:off x="0" y="0"/>
          <a:ext cx="0" cy="0"/>
          <a:chOff x="0" y="0"/>
          <a:chExt cx="0" cy="0"/>
        </a:xfrm>
      </p:grpSpPr>
      <p:sp>
        <p:nvSpPr>
          <p:cNvPr id="42" name="Google Shape;42;p28"/>
          <p:cNvSpPr>
            <a:spLocks noGrp="1"/>
          </p:cNvSpPr>
          <p:nvPr>
            <p:ph type="pic" idx="2"/>
          </p:nvPr>
        </p:nvSpPr>
        <p:spPr>
          <a:xfrm>
            <a:off x="0" y="0"/>
            <a:ext cx="12192000" cy="5445224"/>
          </a:xfrm>
          <a:prstGeom prst="rect">
            <a:avLst/>
          </a:prstGeom>
          <a:noFill/>
          <a:ln>
            <a:noFill/>
          </a:ln>
        </p:spPr>
      </p:sp>
      <p:sp>
        <p:nvSpPr>
          <p:cNvPr id="43" name="Google Shape;43;p28"/>
          <p:cNvSpPr txBox="1">
            <a:spLocks noGrp="1"/>
          </p:cNvSpPr>
          <p:nvPr>
            <p:ph type="subTitle" idx="1"/>
          </p:nvPr>
        </p:nvSpPr>
        <p:spPr>
          <a:xfrm>
            <a:off x="4055225" y="5733256"/>
            <a:ext cx="4081549" cy="623451"/>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5C5C5C"/>
              </a:buClr>
              <a:buSzPts val="2400"/>
              <a:buNone/>
              <a:defRPr sz="2400">
                <a:solidFill>
                  <a:srgbClr val="5C5C5C"/>
                </a:solidFill>
                <a:latin typeface="Microsoft JhengHei"/>
                <a:ea typeface="Microsoft JhengHei"/>
                <a:cs typeface="Microsoft JhengHei"/>
                <a:sym typeface="Microsoft JhengHei"/>
              </a:defRPr>
            </a:lvl1pPr>
            <a:lvl2pPr lvl="1" algn="ctr">
              <a:spcBef>
                <a:spcPts val="320"/>
              </a:spcBef>
              <a:spcAft>
                <a:spcPts val="0"/>
              </a:spcAft>
              <a:buClr>
                <a:srgbClr val="9A9A9A"/>
              </a:buClr>
              <a:buSzPts val="1600"/>
              <a:buNone/>
              <a:defRPr>
                <a:solidFill>
                  <a:srgbClr val="9A9A9A"/>
                </a:solidFill>
              </a:defRPr>
            </a:lvl2pPr>
            <a:lvl3pPr lvl="2" algn="ctr">
              <a:spcBef>
                <a:spcPts val="293"/>
              </a:spcBef>
              <a:spcAft>
                <a:spcPts val="0"/>
              </a:spcAft>
              <a:buClr>
                <a:srgbClr val="9A9A9A"/>
              </a:buClr>
              <a:buSzPts val="1467"/>
              <a:buNone/>
              <a:defRPr>
                <a:solidFill>
                  <a:srgbClr val="9A9A9A"/>
                </a:solidFill>
              </a:defRPr>
            </a:lvl3pPr>
            <a:lvl4pPr lvl="3" algn="ctr">
              <a:spcBef>
                <a:spcPts val="280"/>
              </a:spcBef>
              <a:spcAft>
                <a:spcPts val="0"/>
              </a:spcAft>
              <a:buClr>
                <a:srgbClr val="9A9A9A"/>
              </a:buClr>
              <a:buSzPts val="1401"/>
              <a:buNone/>
              <a:defRPr>
                <a:solidFill>
                  <a:srgbClr val="9A9A9A"/>
                </a:solidFill>
              </a:defRPr>
            </a:lvl4pPr>
            <a:lvl5pPr lvl="4" algn="ctr">
              <a:spcBef>
                <a:spcPts val="280"/>
              </a:spcBef>
              <a:spcAft>
                <a:spcPts val="0"/>
              </a:spcAft>
              <a:buClr>
                <a:srgbClr val="9A9A9A"/>
              </a:buClr>
              <a:buSzPts val="1401"/>
              <a:buNone/>
              <a:defRPr>
                <a:solidFill>
                  <a:srgbClr val="9A9A9A"/>
                </a:solidFill>
              </a:defRPr>
            </a:lvl5pPr>
            <a:lvl6pPr lvl="5" algn="ctr">
              <a:spcBef>
                <a:spcPts val="533"/>
              </a:spcBef>
              <a:spcAft>
                <a:spcPts val="0"/>
              </a:spcAft>
              <a:buClr>
                <a:srgbClr val="9A9A9A"/>
              </a:buClr>
              <a:buSzPts val="2667"/>
              <a:buNone/>
              <a:defRPr>
                <a:solidFill>
                  <a:srgbClr val="9A9A9A"/>
                </a:solidFill>
              </a:defRPr>
            </a:lvl6pPr>
            <a:lvl7pPr lvl="6" algn="ctr">
              <a:spcBef>
                <a:spcPts val="533"/>
              </a:spcBef>
              <a:spcAft>
                <a:spcPts val="0"/>
              </a:spcAft>
              <a:buClr>
                <a:srgbClr val="9A9A9A"/>
              </a:buClr>
              <a:buSzPts val="2667"/>
              <a:buNone/>
              <a:defRPr>
                <a:solidFill>
                  <a:srgbClr val="9A9A9A"/>
                </a:solidFill>
              </a:defRPr>
            </a:lvl7pPr>
            <a:lvl8pPr lvl="7" algn="ctr">
              <a:spcBef>
                <a:spcPts val="533"/>
              </a:spcBef>
              <a:spcAft>
                <a:spcPts val="0"/>
              </a:spcAft>
              <a:buClr>
                <a:srgbClr val="9A9A9A"/>
              </a:buClr>
              <a:buSzPts val="2667"/>
              <a:buNone/>
              <a:defRPr>
                <a:solidFill>
                  <a:srgbClr val="9A9A9A"/>
                </a:solidFill>
              </a:defRPr>
            </a:lvl8pPr>
            <a:lvl9pPr lvl="8" algn="ctr">
              <a:spcBef>
                <a:spcPts val="533"/>
              </a:spcBef>
              <a:spcAft>
                <a:spcPts val="0"/>
              </a:spcAft>
              <a:buClr>
                <a:srgbClr val="9A9A9A"/>
              </a:buClr>
              <a:buSzPts val="2667"/>
              <a:buNone/>
              <a:defRPr>
                <a:solidFill>
                  <a:srgbClr val="9A9A9A"/>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troduce">
  <p:cSld name="introduce">
    <p:spTree>
      <p:nvGrpSpPr>
        <p:cNvPr id="1" name="Shape 44"/>
        <p:cNvGrpSpPr/>
        <p:nvPr/>
      </p:nvGrpSpPr>
      <p:grpSpPr>
        <a:xfrm>
          <a:off x="0" y="0"/>
          <a:ext cx="0" cy="0"/>
          <a:chOff x="0" y="0"/>
          <a:chExt cx="0" cy="0"/>
        </a:xfrm>
      </p:grpSpPr>
      <p:sp>
        <p:nvSpPr>
          <p:cNvPr id="45" name="Google Shape;45;p29"/>
          <p:cNvSpPr txBox="1">
            <a:spLocks noGrp="1"/>
          </p:cNvSpPr>
          <p:nvPr>
            <p:ph type="title"/>
          </p:nvPr>
        </p:nvSpPr>
        <p:spPr>
          <a:xfrm>
            <a:off x="506026" y="312750"/>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Microsoft JhengHei"/>
                <a:ea typeface="Microsoft JhengHei"/>
                <a:cs typeface="Microsoft JhengHei"/>
                <a:sym typeface="Microsoft JhengHe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49" name="Google Shape;49;p29"/>
          <p:cNvSpPr txBox="1">
            <a:spLocks noGrp="1"/>
          </p:cNvSpPr>
          <p:nvPr>
            <p:ph type="body" idx="1"/>
          </p:nvPr>
        </p:nvSpPr>
        <p:spPr>
          <a:xfrm>
            <a:off x="1384907" y="4293096"/>
            <a:ext cx="2063578" cy="509671"/>
          </a:xfrm>
          <a:prstGeom prst="rect">
            <a:avLst/>
          </a:prstGeom>
          <a:noFill/>
          <a:ln>
            <a:noFill/>
          </a:ln>
        </p:spPr>
        <p:txBody>
          <a:bodyPr spcFirstLastPara="1" wrap="square" lIns="91425" tIns="45700" rIns="91425" bIns="45700" anchor="t" anchorCtr="0">
            <a:noAutofit/>
          </a:bodyPr>
          <a:lstStyle>
            <a:lvl1pPr marL="457200" lvl="0" indent="-228600" algn="ctr">
              <a:spcBef>
                <a:spcPts val="560"/>
              </a:spcBef>
              <a:spcAft>
                <a:spcPts val="0"/>
              </a:spcAft>
              <a:buClr>
                <a:srgbClr val="5C5C5C"/>
              </a:buClr>
              <a:buSzPts val="2800"/>
              <a:buNone/>
              <a:defRPr sz="2800" b="1">
                <a:solidFill>
                  <a:srgbClr val="5C5C5C"/>
                </a:solidFill>
                <a:latin typeface="Microsoft JhengHei"/>
                <a:ea typeface="Microsoft JhengHei"/>
                <a:cs typeface="Microsoft JhengHei"/>
                <a:sym typeface="Microsoft JhengHei"/>
              </a:defRPr>
            </a:lvl1pPr>
            <a:lvl2pPr marL="914400" lvl="1" indent="-342900" algn="l">
              <a:spcBef>
                <a:spcPts val="360"/>
              </a:spcBef>
              <a:spcAft>
                <a:spcPts val="0"/>
              </a:spcAft>
              <a:buClr>
                <a:srgbClr val="A5A5A5"/>
              </a:buClr>
              <a:buSzPts val="1800"/>
              <a:buChar char="–"/>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29"/>
          <p:cNvSpPr txBox="1">
            <a:spLocks noGrp="1"/>
          </p:cNvSpPr>
          <p:nvPr>
            <p:ph type="body" idx="2"/>
          </p:nvPr>
        </p:nvSpPr>
        <p:spPr>
          <a:xfrm>
            <a:off x="4511824" y="1819064"/>
            <a:ext cx="6552728" cy="182596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0"/>
              </a:spcBef>
              <a:spcAft>
                <a:spcPts val="0"/>
              </a:spcAft>
              <a:buClr>
                <a:srgbClr val="5C5C5C"/>
              </a:buClr>
              <a:buSzPts val="2000"/>
              <a:buNone/>
              <a:defRPr sz="2000" b="1">
                <a:solidFill>
                  <a:srgbClr val="5C5C5C"/>
                </a:solidFill>
                <a:latin typeface="Microsoft JhengHei"/>
                <a:ea typeface="Microsoft JhengHei"/>
                <a:cs typeface="Microsoft JhengHei"/>
                <a:sym typeface="Microsoft JhengHei"/>
              </a:defRPr>
            </a:lvl1pPr>
            <a:lvl2pPr marL="914400" lvl="1" indent="-355600" algn="l">
              <a:lnSpc>
                <a:spcPct val="150000"/>
              </a:lnSpc>
              <a:spcBef>
                <a:spcPts val="400"/>
              </a:spcBef>
              <a:spcAft>
                <a:spcPts val="0"/>
              </a:spcAft>
              <a:buClr>
                <a:srgbClr val="454545"/>
              </a:buClr>
              <a:buSzPts val="2000"/>
              <a:buChar char="–"/>
              <a:defRPr sz="2000">
                <a:solidFill>
                  <a:srgbClr val="454545"/>
                </a:solidFill>
                <a:latin typeface="Microsoft JhengHei"/>
                <a:ea typeface="Microsoft JhengHei"/>
                <a:cs typeface="Microsoft JhengHei"/>
                <a:sym typeface="Microsoft JhengHei"/>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1" name="Google Shape;51;p29"/>
          <p:cNvSpPr>
            <a:spLocks noGrp="1"/>
          </p:cNvSpPr>
          <p:nvPr>
            <p:ph type="pic" idx="3"/>
          </p:nvPr>
        </p:nvSpPr>
        <p:spPr>
          <a:xfrm>
            <a:off x="1113656" y="1628770"/>
            <a:ext cx="2606080" cy="2540658"/>
          </a:xfrm>
          <a:prstGeom prst="ellipse">
            <a:avLst/>
          </a:prstGeom>
          <a:noFill/>
          <a:ln>
            <a:noFill/>
          </a:ln>
        </p:spPr>
      </p:sp>
      <p:sp>
        <p:nvSpPr>
          <p:cNvPr id="52" name="Google Shape;52;p29"/>
          <p:cNvSpPr txBox="1">
            <a:spLocks noGrp="1"/>
          </p:cNvSpPr>
          <p:nvPr>
            <p:ph type="body" idx="4"/>
          </p:nvPr>
        </p:nvSpPr>
        <p:spPr>
          <a:xfrm>
            <a:off x="1384907" y="4802767"/>
            <a:ext cx="2063578" cy="509671"/>
          </a:xfrm>
          <a:prstGeom prst="rect">
            <a:avLst/>
          </a:prstGeom>
          <a:noFill/>
          <a:ln>
            <a:noFill/>
          </a:ln>
        </p:spPr>
        <p:txBody>
          <a:bodyPr spcFirstLastPara="1" wrap="square" lIns="91425" tIns="45700" rIns="91425" bIns="45700" anchor="t" anchorCtr="0">
            <a:noAutofit/>
          </a:bodyPr>
          <a:lstStyle>
            <a:lvl1pPr marL="457200" lvl="0" indent="-228600" algn="ctr">
              <a:spcBef>
                <a:spcPts val="480"/>
              </a:spcBef>
              <a:spcAft>
                <a:spcPts val="0"/>
              </a:spcAft>
              <a:buClr>
                <a:srgbClr val="7E7E7E"/>
              </a:buClr>
              <a:buSzPts val="2400"/>
              <a:buNone/>
              <a:defRPr sz="2400" b="1">
                <a:solidFill>
                  <a:srgbClr val="7E7E7E"/>
                </a:solidFill>
                <a:latin typeface="Microsoft JhengHei"/>
                <a:ea typeface="Microsoft JhengHei"/>
                <a:cs typeface="Microsoft JhengHei"/>
                <a:sym typeface="Microsoft JhengHei"/>
              </a:defRPr>
            </a:lvl1pPr>
            <a:lvl2pPr marL="914400" lvl="1" indent="-342900" algn="l">
              <a:spcBef>
                <a:spcPts val="360"/>
              </a:spcBef>
              <a:spcAft>
                <a:spcPts val="0"/>
              </a:spcAft>
              <a:buClr>
                <a:srgbClr val="A5A5A5"/>
              </a:buClr>
              <a:buSzPts val="1800"/>
              <a:buChar char="–"/>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 name="Google Shape;53;p29"/>
          <p:cNvSpPr txBox="1">
            <a:spLocks noGrp="1"/>
          </p:cNvSpPr>
          <p:nvPr>
            <p:ph type="body" idx="5"/>
          </p:nvPr>
        </p:nvSpPr>
        <p:spPr>
          <a:xfrm>
            <a:off x="4511824" y="3717032"/>
            <a:ext cx="6552728" cy="182596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400"/>
              </a:spcBef>
              <a:spcAft>
                <a:spcPts val="0"/>
              </a:spcAft>
              <a:buClr>
                <a:srgbClr val="5C5C5C"/>
              </a:buClr>
              <a:buSzPts val="2000"/>
              <a:buNone/>
              <a:defRPr sz="2000" b="1">
                <a:solidFill>
                  <a:srgbClr val="5C5C5C"/>
                </a:solidFill>
                <a:latin typeface="Microsoft JhengHei"/>
                <a:ea typeface="Microsoft JhengHei"/>
                <a:cs typeface="Microsoft JhengHei"/>
                <a:sym typeface="Microsoft JhengHei"/>
              </a:defRPr>
            </a:lvl1pPr>
            <a:lvl2pPr marL="914400" lvl="1" indent="-355600" algn="l">
              <a:lnSpc>
                <a:spcPct val="150000"/>
              </a:lnSpc>
              <a:spcBef>
                <a:spcPts val="400"/>
              </a:spcBef>
              <a:spcAft>
                <a:spcPts val="0"/>
              </a:spcAft>
              <a:buClr>
                <a:srgbClr val="454545"/>
              </a:buClr>
              <a:buSzPts val="2000"/>
              <a:buChar char="–"/>
              <a:defRPr sz="2000">
                <a:solidFill>
                  <a:srgbClr val="454545"/>
                </a:solidFill>
                <a:latin typeface="Microsoft JhengHei"/>
                <a:ea typeface="Microsoft JhengHei"/>
                <a:cs typeface="Microsoft JhengHei"/>
                <a:sym typeface="Microsoft JhengHei"/>
              </a:defRPr>
            </a:lvl2pPr>
            <a:lvl3pPr marL="1371600" lvl="2" indent="-342900" algn="l">
              <a:spcBef>
                <a:spcPts val="360"/>
              </a:spcBef>
              <a:spcAft>
                <a:spcPts val="0"/>
              </a:spcAft>
              <a:buClr>
                <a:srgbClr val="A5A5A5"/>
              </a:buClr>
              <a:buSzPts val="1800"/>
              <a:buChar char="•"/>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4"/>
        <p:cNvGrpSpPr/>
        <p:nvPr/>
      </p:nvGrpSpPr>
      <p:grpSpPr>
        <a:xfrm>
          <a:off x="0" y="0"/>
          <a:ext cx="0" cy="0"/>
          <a:chOff x="0" y="0"/>
          <a:chExt cx="0" cy="0"/>
        </a:xfrm>
      </p:grpSpPr>
      <p:sp>
        <p:nvSpPr>
          <p:cNvPr id="55" name="Google Shape;55;p30"/>
          <p:cNvSpPr txBox="1">
            <a:spLocks noGrp="1"/>
          </p:cNvSpPr>
          <p:nvPr>
            <p:ph type="body" idx="1"/>
          </p:nvPr>
        </p:nvSpPr>
        <p:spPr>
          <a:xfrm>
            <a:off x="609600" y="1796819"/>
            <a:ext cx="10972800" cy="4137324"/>
          </a:xfrm>
          <a:prstGeom prst="rect">
            <a:avLst/>
          </a:prstGeom>
          <a:noFill/>
          <a:ln>
            <a:noFill/>
          </a:ln>
        </p:spPr>
        <p:txBody>
          <a:bodyPr spcFirstLastPara="1" wrap="square" lIns="91425" tIns="45700" rIns="91425" bIns="45700" anchor="t" anchorCtr="0">
            <a:normAutofit/>
          </a:bodyPr>
          <a:lstStyle>
            <a:lvl1pPr marL="457200" lvl="0" indent="-381000" algn="l">
              <a:lnSpc>
                <a:spcPct val="145833"/>
              </a:lnSpc>
              <a:spcBef>
                <a:spcPts val="480"/>
              </a:spcBef>
              <a:spcAft>
                <a:spcPts val="0"/>
              </a:spcAft>
              <a:buClr>
                <a:srgbClr val="5C5C5C"/>
              </a:buClr>
              <a:buSzPts val="2400"/>
              <a:buChar char="•"/>
              <a:defRPr sz="2400" b="0">
                <a:solidFill>
                  <a:srgbClr val="5C5C5C"/>
                </a:solidFill>
                <a:latin typeface="Microsoft JhengHei"/>
                <a:ea typeface="Microsoft JhengHei"/>
                <a:cs typeface="Microsoft JhengHei"/>
                <a:sym typeface="Microsoft JhengHei"/>
              </a:defRPr>
            </a:lvl1pPr>
            <a:lvl2pPr marL="914400" lvl="1" indent="-355600" algn="l">
              <a:lnSpc>
                <a:spcPct val="16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2pPr>
            <a:lvl3pPr marL="1371600" lvl="2" indent="-355600" algn="l">
              <a:lnSpc>
                <a:spcPct val="15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3pPr>
            <a:lvl4pPr marL="1828800" lvl="3" indent="-330200" algn="l">
              <a:lnSpc>
                <a:spcPct val="1875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4pPr>
            <a:lvl5pPr marL="2286000" lvl="4" indent="-317500" algn="l">
              <a:lnSpc>
                <a:spcPct val="214285"/>
              </a:lnSpc>
              <a:spcBef>
                <a:spcPts val="280"/>
              </a:spcBef>
              <a:spcAft>
                <a:spcPts val="0"/>
              </a:spcAft>
              <a:buClr>
                <a:srgbClr val="5C5C5C"/>
              </a:buClr>
              <a:buSzPts val="1400"/>
              <a:buChar char="»"/>
              <a:defRPr sz="1400">
                <a:solidFill>
                  <a:srgbClr val="5C5C5C"/>
                </a:solidFill>
                <a:latin typeface="Microsoft JhengHei"/>
                <a:ea typeface="Microsoft JhengHei"/>
                <a:cs typeface="Microsoft JhengHei"/>
                <a:sym typeface="Microsoft JhengHe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6" name="Google Shape;56;p3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59" name="Google Shape;59;p30"/>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0"/>
        <p:cNvGrpSpPr/>
        <p:nvPr/>
      </p:nvGrpSpPr>
      <p:grpSpPr>
        <a:xfrm>
          <a:off x="0" y="0"/>
          <a:ext cx="0" cy="0"/>
          <a:chOff x="0" y="0"/>
          <a:chExt cx="0" cy="0"/>
        </a:xfrm>
      </p:grpSpPr>
      <p:sp>
        <p:nvSpPr>
          <p:cNvPr id="61" name="Google Shape;61;p31"/>
          <p:cNvSpPr txBox="1">
            <a:spLocks noGrp="1"/>
          </p:cNvSpPr>
          <p:nvPr>
            <p:ph type="body" idx="1"/>
          </p:nvPr>
        </p:nvSpPr>
        <p:spPr>
          <a:xfrm>
            <a:off x="609603" y="1535113"/>
            <a:ext cx="5386917" cy="639763"/>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rgbClr val="5C5C5C"/>
              </a:buClr>
              <a:buSzPts val="2400"/>
              <a:buNone/>
              <a:defRPr sz="2400" b="0">
                <a:solidFill>
                  <a:srgbClr val="5C5C5C"/>
                </a:solidFill>
                <a:latin typeface="Microsoft JhengHei"/>
                <a:ea typeface="Microsoft JhengHei"/>
                <a:cs typeface="Microsoft JhengHei"/>
                <a:sym typeface="Microsoft JhengHei"/>
              </a:defRPr>
            </a:lvl1pPr>
            <a:lvl2pPr marL="914400" lvl="1" indent="-228600" algn="l">
              <a:spcBef>
                <a:spcPts val="533"/>
              </a:spcBef>
              <a:spcAft>
                <a:spcPts val="0"/>
              </a:spcAft>
              <a:buClr>
                <a:srgbClr val="A5A5A5"/>
              </a:buClr>
              <a:buSzPts val="2667"/>
              <a:buNone/>
              <a:defRPr sz="2667" b="1"/>
            </a:lvl2pPr>
            <a:lvl3pPr marL="1371600" lvl="2" indent="-228600" algn="l">
              <a:spcBef>
                <a:spcPts val="480"/>
              </a:spcBef>
              <a:spcAft>
                <a:spcPts val="0"/>
              </a:spcAft>
              <a:buClr>
                <a:srgbClr val="A5A5A5"/>
              </a:buClr>
              <a:buSzPts val="2400"/>
              <a:buNone/>
              <a:defRPr sz="2400" b="1"/>
            </a:lvl3pPr>
            <a:lvl4pPr marL="1828800" lvl="3" indent="-228600" algn="l">
              <a:spcBef>
                <a:spcPts val="427"/>
              </a:spcBef>
              <a:spcAft>
                <a:spcPts val="0"/>
              </a:spcAft>
              <a:buClr>
                <a:srgbClr val="A5A5A5"/>
              </a:buClr>
              <a:buSzPts val="2133"/>
              <a:buNone/>
              <a:defRPr sz="2133" b="1"/>
            </a:lvl4pPr>
            <a:lvl5pPr marL="2286000" lvl="4" indent="-228600" algn="l">
              <a:spcBef>
                <a:spcPts val="427"/>
              </a:spcBef>
              <a:spcAft>
                <a:spcPts val="0"/>
              </a:spcAft>
              <a:buClr>
                <a:srgbClr val="A5A5A5"/>
              </a:buClr>
              <a:buSzPts val="2133"/>
              <a:buNone/>
              <a:defRPr sz="2133" b="1"/>
            </a:lvl5pPr>
            <a:lvl6pPr marL="2743200" lvl="5" indent="-228600" algn="l">
              <a:spcBef>
                <a:spcPts val="427"/>
              </a:spcBef>
              <a:spcAft>
                <a:spcPts val="0"/>
              </a:spcAft>
              <a:buClr>
                <a:schemeClr val="dk1"/>
              </a:buClr>
              <a:buSzPts val="2133"/>
              <a:buNone/>
              <a:defRPr sz="2133" b="1"/>
            </a:lvl6pPr>
            <a:lvl7pPr marL="3200400" lvl="6" indent="-228600" algn="l">
              <a:spcBef>
                <a:spcPts val="427"/>
              </a:spcBef>
              <a:spcAft>
                <a:spcPts val="0"/>
              </a:spcAft>
              <a:buClr>
                <a:schemeClr val="dk1"/>
              </a:buClr>
              <a:buSzPts val="2133"/>
              <a:buNone/>
              <a:defRPr sz="2133" b="1"/>
            </a:lvl7pPr>
            <a:lvl8pPr marL="3657600" lvl="7" indent="-228600" algn="l">
              <a:spcBef>
                <a:spcPts val="427"/>
              </a:spcBef>
              <a:spcAft>
                <a:spcPts val="0"/>
              </a:spcAft>
              <a:buClr>
                <a:schemeClr val="dk1"/>
              </a:buClr>
              <a:buSzPts val="2133"/>
              <a:buNone/>
              <a:defRPr sz="2133" b="1"/>
            </a:lvl8pPr>
            <a:lvl9pPr marL="4114800" lvl="8" indent="-228600" algn="l">
              <a:spcBef>
                <a:spcPts val="427"/>
              </a:spcBef>
              <a:spcAft>
                <a:spcPts val="0"/>
              </a:spcAft>
              <a:buClr>
                <a:schemeClr val="dk1"/>
              </a:buClr>
              <a:buSzPts val="2133"/>
              <a:buNone/>
              <a:defRPr sz="2133" b="1"/>
            </a:lvl9pPr>
          </a:lstStyle>
          <a:p>
            <a:endParaRPr/>
          </a:p>
        </p:txBody>
      </p:sp>
      <p:sp>
        <p:nvSpPr>
          <p:cNvPr id="62" name="Google Shape;62;p31"/>
          <p:cNvSpPr txBox="1">
            <a:spLocks noGrp="1"/>
          </p:cNvSpPr>
          <p:nvPr>
            <p:ph type="body" idx="2"/>
          </p:nvPr>
        </p:nvSpPr>
        <p:spPr>
          <a:xfrm>
            <a:off x="609603" y="2174875"/>
            <a:ext cx="5386917" cy="3951288"/>
          </a:xfrm>
          <a:prstGeom prst="rect">
            <a:avLst/>
          </a:prstGeom>
          <a:noFill/>
          <a:ln>
            <a:noFill/>
          </a:ln>
        </p:spPr>
        <p:txBody>
          <a:bodyPr spcFirstLastPara="1" wrap="square" lIns="91425" tIns="45700" rIns="91425" bIns="45700" anchor="t" anchorCtr="0">
            <a:normAutofit/>
          </a:bodyPr>
          <a:lstStyle>
            <a:lvl1pPr marL="457200" lvl="0" indent="-355600" algn="l">
              <a:lnSpc>
                <a:spcPct val="14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1pPr>
            <a:lvl2pPr marL="914400" lvl="1" indent="-342900" algn="l">
              <a:lnSpc>
                <a:spcPct val="155555"/>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2pPr>
            <a:lvl3pPr marL="1371600" lvl="2" indent="-330200" algn="l">
              <a:lnSpc>
                <a:spcPct val="1750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3pPr>
            <a:lvl4pPr marL="1828800" lvl="3" indent="-304800" algn="l">
              <a:lnSpc>
                <a:spcPct val="233333"/>
              </a:lnSpc>
              <a:spcBef>
                <a:spcPts val="240"/>
              </a:spcBef>
              <a:spcAft>
                <a:spcPts val="0"/>
              </a:spcAft>
              <a:buClr>
                <a:srgbClr val="5C5C5C"/>
              </a:buClr>
              <a:buSzPts val="1200"/>
              <a:buChar char="–"/>
              <a:defRPr sz="1200">
                <a:solidFill>
                  <a:srgbClr val="5C5C5C"/>
                </a:solidFill>
                <a:latin typeface="Microsoft JhengHei"/>
                <a:ea typeface="Microsoft JhengHei"/>
                <a:cs typeface="Microsoft JhengHei"/>
                <a:sym typeface="Microsoft JhengHei"/>
              </a:defRPr>
            </a:lvl4pPr>
            <a:lvl5pPr marL="2286000" lvl="4" indent="-304800" algn="l">
              <a:lnSpc>
                <a:spcPct val="233333"/>
              </a:lnSpc>
              <a:spcBef>
                <a:spcPts val="240"/>
              </a:spcBef>
              <a:spcAft>
                <a:spcPts val="0"/>
              </a:spcAft>
              <a:buClr>
                <a:srgbClr val="5C5C5C"/>
              </a:buClr>
              <a:buSzPts val="1200"/>
              <a:buChar char="»"/>
              <a:defRPr sz="1200">
                <a:solidFill>
                  <a:srgbClr val="5C5C5C"/>
                </a:solidFill>
                <a:latin typeface="Microsoft JhengHei"/>
                <a:ea typeface="Microsoft JhengHei"/>
                <a:cs typeface="Microsoft JhengHei"/>
                <a:sym typeface="Microsoft JhengHei"/>
              </a:defRPr>
            </a:lvl5pPr>
            <a:lvl6pPr marL="2743200" lvl="5" indent="-364045" algn="l">
              <a:spcBef>
                <a:spcPts val="427"/>
              </a:spcBef>
              <a:spcAft>
                <a:spcPts val="0"/>
              </a:spcAft>
              <a:buClr>
                <a:schemeClr val="dk1"/>
              </a:buClr>
              <a:buSzPts val="2133"/>
              <a:buChar char="•"/>
              <a:defRPr sz="2133"/>
            </a:lvl6pPr>
            <a:lvl7pPr marL="3200400" lvl="6" indent="-364045" algn="l">
              <a:spcBef>
                <a:spcPts val="427"/>
              </a:spcBef>
              <a:spcAft>
                <a:spcPts val="0"/>
              </a:spcAft>
              <a:buClr>
                <a:schemeClr val="dk1"/>
              </a:buClr>
              <a:buSzPts val="2133"/>
              <a:buChar char="•"/>
              <a:defRPr sz="2133"/>
            </a:lvl7pPr>
            <a:lvl8pPr marL="3657600" lvl="7" indent="-364045" algn="l">
              <a:spcBef>
                <a:spcPts val="427"/>
              </a:spcBef>
              <a:spcAft>
                <a:spcPts val="0"/>
              </a:spcAft>
              <a:buClr>
                <a:schemeClr val="dk1"/>
              </a:buClr>
              <a:buSzPts val="2133"/>
              <a:buChar char="•"/>
              <a:defRPr sz="2133"/>
            </a:lvl8pPr>
            <a:lvl9pPr marL="4114800" lvl="8" indent="-364045" algn="l">
              <a:spcBef>
                <a:spcPts val="427"/>
              </a:spcBef>
              <a:spcAft>
                <a:spcPts val="0"/>
              </a:spcAft>
              <a:buClr>
                <a:schemeClr val="dk1"/>
              </a:buClr>
              <a:buSzPts val="2133"/>
              <a:buChar char="•"/>
              <a:defRPr sz="2133"/>
            </a:lvl9pPr>
          </a:lstStyle>
          <a:p>
            <a:endParaRPr/>
          </a:p>
        </p:txBody>
      </p:sp>
      <p:sp>
        <p:nvSpPr>
          <p:cNvPr id="63" name="Google Shape;63;p31"/>
          <p:cNvSpPr txBox="1">
            <a:spLocks noGrp="1"/>
          </p:cNvSpPr>
          <p:nvPr>
            <p:ph type="body" idx="3"/>
          </p:nvPr>
        </p:nvSpPr>
        <p:spPr>
          <a:xfrm>
            <a:off x="6193373" y="1535113"/>
            <a:ext cx="5389033" cy="639763"/>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rgbClr val="5C5C5C"/>
              </a:buClr>
              <a:buSzPts val="2400"/>
              <a:buNone/>
              <a:defRPr sz="2400" b="0">
                <a:solidFill>
                  <a:srgbClr val="5C5C5C"/>
                </a:solidFill>
                <a:latin typeface="Microsoft JhengHei"/>
                <a:ea typeface="Microsoft JhengHei"/>
                <a:cs typeface="Microsoft JhengHei"/>
                <a:sym typeface="Microsoft JhengHei"/>
              </a:defRPr>
            </a:lvl1pPr>
            <a:lvl2pPr marL="914400" lvl="1" indent="-228600" algn="l">
              <a:spcBef>
                <a:spcPts val="533"/>
              </a:spcBef>
              <a:spcAft>
                <a:spcPts val="0"/>
              </a:spcAft>
              <a:buClr>
                <a:srgbClr val="A5A5A5"/>
              </a:buClr>
              <a:buSzPts val="2667"/>
              <a:buNone/>
              <a:defRPr sz="2667" b="1"/>
            </a:lvl2pPr>
            <a:lvl3pPr marL="1371600" lvl="2" indent="-228600" algn="l">
              <a:spcBef>
                <a:spcPts val="480"/>
              </a:spcBef>
              <a:spcAft>
                <a:spcPts val="0"/>
              </a:spcAft>
              <a:buClr>
                <a:srgbClr val="A5A5A5"/>
              </a:buClr>
              <a:buSzPts val="2400"/>
              <a:buNone/>
              <a:defRPr sz="2400" b="1"/>
            </a:lvl3pPr>
            <a:lvl4pPr marL="1828800" lvl="3" indent="-228600" algn="l">
              <a:spcBef>
                <a:spcPts val="427"/>
              </a:spcBef>
              <a:spcAft>
                <a:spcPts val="0"/>
              </a:spcAft>
              <a:buClr>
                <a:srgbClr val="A5A5A5"/>
              </a:buClr>
              <a:buSzPts val="2133"/>
              <a:buNone/>
              <a:defRPr sz="2133" b="1"/>
            </a:lvl4pPr>
            <a:lvl5pPr marL="2286000" lvl="4" indent="-228600" algn="l">
              <a:spcBef>
                <a:spcPts val="427"/>
              </a:spcBef>
              <a:spcAft>
                <a:spcPts val="0"/>
              </a:spcAft>
              <a:buClr>
                <a:srgbClr val="A5A5A5"/>
              </a:buClr>
              <a:buSzPts val="2133"/>
              <a:buNone/>
              <a:defRPr sz="2133" b="1"/>
            </a:lvl5pPr>
            <a:lvl6pPr marL="2743200" lvl="5" indent="-228600" algn="l">
              <a:spcBef>
                <a:spcPts val="427"/>
              </a:spcBef>
              <a:spcAft>
                <a:spcPts val="0"/>
              </a:spcAft>
              <a:buClr>
                <a:schemeClr val="dk1"/>
              </a:buClr>
              <a:buSzPts val="2133"/>
              <a:buNone/>
              <a:defRPr sz="2133" b="1"/>
            </a:lvl6pPr>
            <a:lvl7pPr marL="3200400" lvl="6" indent="-228600" algn="l">
              <a:spcBef>
                <a:spcPts val="427"/>
              </a:spcBef>
              <a:spcAft>
                <a:spcPts val="0"/>
              </a:spcAft>
              <a:buClr>
                <a:schemeClr val="dk1"/>
              </a:buClr>
              <a:buSzPts val="2133"/>
              <a:buNone/>
              <a:defRPr sz="2133" b="1"/>
            </a:lvl7pPr>
            <a:lvl8pPr marL="3657600" lvl="7" indent="-228600" algn="l">
              <a:spcBef>
                <a:spcPts val="427"/>
              </a:spcBef>
              <a:spcAft>
                <a:spcPts val="0"/>
              </a:spcAft>
              <a:buClr>
                <a:schemeClr val="dk1"/>
              </a:buClr>
              <a:buSzPts val="2133"/>
              <a:buNone/>
              <a:defRPr sz="2133" b="1"/>
            </a:lvl8pPr>
            <a:lvl9pPr marL="4114800" lvl="8" indent="-228600" algn="l">
              <a:spcBef>
                <a:spcPts val="427"/>
              </a:spcBef>
              <a:spcAft>
                <a:spcPts val="0"/>
              </a:spcAft>
              <a:buClr>
                <a:schemeClr val="dk1"/>
              </a:buClr>
              <a:buSzPts val="2133"/>
              <a:buNone/>
              <a:defRPr sz="2133" b="1"/>
            </a:lvl9pPr>
          </a:lstStyle>
          <a:p>
            <a:endParaRPr/>
          </a:p>
        </p:txBody>
      </p:sp>
      <p:sp>
        <p:nvSpPr>
          <p:cNvPr id="64" name="Google Shape;64;p3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67" name="Google Shape;67;p31"/>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1"/>
          <p:cNvSpPr txBox="1">
            <a:spLocks noGrp="1"/>
          </p:cNvSpPr>
          <p:nvPr>
            <p:ph type="body" idx="4"/>
          </p:nvPr>
        </p:nvSpPr>
        <p:spPr>
          <a:xfrm>
            <a:off x="6195480" y="2210330"/>
            <a:ext cx="5386917" cy="3915833"/>
          </a:xfrm>
          <a:prstGeom prst="rect">
            <a:avLst/>
          </a:prstGeom>
          <a:noFill/>
          <a:ln>
            <a:noFill/>
          </a:ln>
        </p:spPr>
        <p:txBody>
          <a:bodyPr spcFirstLastPara="1" wrap="square" lIns="91425" tIns="45700" rIns="91425" bIns="45700" anchor="t" anchorCtr="0">
            <a:normAutofit/>
          </a:bodyPr>
          <a:lstStyle>
            <a:lvl1pPr marL="457200" lvl="0" indent="-355600" algn="l">
              <a:lnSpc>
                <a:spcPct val="14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1pPr>
            <a:lvl2pPr marL="914400" lvl="1" indent="-342900" algn="l">
              <a:lnSpc>
                <a:spcPct val="155555"/>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2pPr>
            <a:lvl3pPr marL="1371600" lvl="2" indent="-330200" algn="l">
              <a:lnSpc>
                <a:spcPct val="1750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3pPr>
            <a:lvl4pPr marL="1828800" lvl="3" indent="-304800" algn="l">
              <a:lnSpc>
                <a:spcPct val="233333"/>
              </a:lnSpc>
              <a:spcBef>
                <a:spcPts val="240"/>
              </a:spcBef>
              <a:spcAft>
                <a:spcPts val="0"/>
              </a:spcAft>
              <a:buClr>
                <a:srgbClr val="5C5C5C"/>
              </a:buClr>
              <a:buSzPts val="1200"/>
              <a:buChar char="–"/>
              <a:defRPr sz="1200">
                <a:solidFill>
                  <a:srgbClr val="5C5C5C"/>
                </a:solidFill>
                <a:latin typeface="Microsoft JhengHei"/>
                <a:ea typeface="Microsoft JhengHei"/>
                <a:cs typeface="Microsoft JhengHei"/>
                <a:sym typeface="Microsoft JhengHei"/>
              </a:defRPr>
            </a:lvl4pPr>
            <a:lvl5pPr marL="2286000" lvl="4" indent="-304800" algn="l">
              <a:lnSpc>
                <a:spcPct val="233333"/>
              </a:lnSpc>
              <a:spcBef>
                <a:spcPts val="240"/>
              </a:spcBef>
              <a:spcAft>
                <a:spcPts val="0"/>
              </a:spcAft>
              <a:buClr>
                <a:srgbClr val="5C5C5C"/>
              </a:buClr>
              <a:buSzPts val="1200"/>
              <a:buChar char="»"/>
              <a:defRPr sz="1200">
                <a:solidFill>
                  <a:srgbClr val="5C5C5C"/>
                </a:solidFill>
                <a:latin typeface="Microsoft JhengHei"/>
                <a:ea typeface="Microsoft JhengHei"/>
                <a:cs typeface="Microsoft JhengHei"/>
                <a:sym typeface="Microsoft JhengHei"/>
              </a:defRPr>
            </a:lvl5pPr>
            <a:lvl6pPr marL="2743200" lvl="5" indent="-364045" algn="l">
              <a:spcBef>
                <a:spcPts val="427"/>
              </a:spcBef>
              <a:spcAft>
                <a:spcPts val="0"/>
              </a:spcAft>
              <a:buClr>
                <a:schemeClr val="dk1"/>
              </a:buClr>
              <a:buSzPts val="2133"/>
              <a:buChar char="•"/>
              <a:defRPr sz="2133"/>
            </a:lvl6pPr>
            <a:lvl7pPr marL="3200400" lvl="6" indent="-364045" algn="l">
              <a:spcBef>
                <a:spcPts val="427"/>
              </a:spcBef>
              <a:spcAft>
                <a:spcPts val="0"/>
              </a:spcAft>
              <a:buClr>
                <a:schemeClr val="dk1"/>
              </a:buClr>
              <a:buSzPts val="2133"/>
              <a:buChar char="•"/>
              <a:defRPr sz="2133"/>
            </a:lvl7pPr>
            <a:lvl8pPr marL="3657600" lvl="7" indent="-364045" algn="l">
              <a:spcBef>
                <a:spcPts val="427"/>
              </a:spcBef>
              <a:spcAft>
                <a:spcPts val="0"/>
              </a:spcAft>
              <a:buClr>
                <a:schemeClr val="dk1"/>
              </a:buClr>
              <a:buSzPts val="2133"/>
              <a:buChar char="•"/>
              <a:defRPr sz="2133"/>
            </a:lvl8pPr>
            <a:lvl9pPr marL="4114800" lvl="8" indent="-364045" algn="l">
              <a:spcBef>
                <a:spcPts val="427"/>
              </a:spcBef>
              <a:spcAft>
                <a:spcPts val="0"/>
              </a:spcAft>
              <a:buClr>
                <a:schemeClr val="dk1"/>
              </a:buClr>
              <a:buSzPts val="2133"/>
              <a:buChar char="•"/>
              <a:defRPr sz="2133"/>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9"/>
        <p:cNvGrpSpPr/>
        <p:nvPr/>
      </p:nvGrpSpPr>
      <p:grpSpPr>
        <a:xfrm>
          <a:off x="0" y="0"/>
          <a:ext cx="0" cy="0"/>
          <a:chOff x="0" y="0"/>
          <a:chExt cx="0" cy="0"/>
        </a:xfrm>
      </p:grpSpPr>
      <p:sp>
        <p:nvSpPr>
          <p:cNvPr id="70" name="Google Shape;70;p32"/>
          <p:cNvSpPr txBox="1">
            <a:spLocks noGrp="1"/>
          </p:cNvSpPr>
          <p:nvPr>
            <p:ph type="body" idx="1"/>
          </p:nvPr>
        </p:nvSpPr>
        <p:spPr>
          <a:xfrm>
            <a:off x="609600" y="1628800"/>
            <a:ext cx="5846440" cy="2232248"/>
          </a:xfrm>
          <a:prstGeom prst="rect">
            <a:avLst/>
          </a:prstGeom>
          <a:noFill/>
          <a:ln>
            <a:noFill/>
          </a:ln>
        </p:spPr>
        <p:txBody>
          <a:bodyPr spcFirstLastPara="1" wrap="square" lIns="91425" tIns="45700" rIns="91425" bIns="45700" anchor="t" anchorCtr="0">
            <a:normAutofit/>
          </a:bodyPr>
          <a:lstStyle>
            <a:lvl1pPr marL="457200" lvl="0" indent="-381000" algn="l">
              <a:lnSpc>
                <a:spcPct val="145833"/>
              </a:lnSpc>
              <a:spcBef>
                <a:spcPts val="480"/>
              </a:spcBef>
              <a:spcAft>
                <a:spcPts val="0"/>
              </a:spcAft>
              <a:buClr>
                <a:srgbClr val="5C5C5C"/>
              </a:buClr>
              <a:buSzPts val="2400"/>
              <a:buChar char="•"/>
              <a:defRPr sz="2400" b="0">
                <a:solidFill>
                  <a:srgbClr val="5C5C5C"/>
                </a:solidFill>
                <a:latin typeface="Microsoft JhengHei"/>
                <a:ea typeface="Microsoft JhengHei"/>
                <a:cs typeface="Microsoft JhengHei"/>
                <a:sym typeface="Microsoft JhengHei"/>
              </a:defRPr>
            </a:lvl1pPr>
            <a:lvl2pPr marL="914400" lvl="1" indent="-355600" algn="l">
              <a:lnSpc>
                <a:spcPct val="16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2pPr>
            <a:lvl3pPr marL="1371600" lvl="2" indent="-342900" algn="l">
              <a:lnSpc>
                <a:spcPct val="166666"/>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3pPr>
            <a:lvl4pPr marL="1828800" lvl="3" indent="-330200" algn="l">
              <a:lnSpc>
                <a:spcPct val="1875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4pPr>
            <a:lvl5pPr marL="2286000" lvl="4" indent="-317500" algn="l">
              <a:lnSpc>
                <a:spcPct val="214285"/>
              </a:lnSpc>
              <a:spcBef>
                <a:spcPts val="280"/>
              </a:spcBef>
              <a:spcAft>
                <a:spcPts val="0"/>
              </a:spcAft>
              <a:buClr>
                <a:srgbClr val="5C5C5C"/>
              </a:buClr>
              <a:buSzPts val="1400"/>
              <a:buChar char="»"/>
              <a:defRPr sz="1400">
                <a:solidFill>
                  <a:srgbClr val="5C5C5C"/>
                </a:solidFill>
                <a:latin typeface="Microsoft JhengHei"/>
                <a:ea typeface="Microsoft JhengHei"/>
                <a:cs typeface="Microsoft JhengHei"/>
                <a:sym typeface="Microsoft JhengHe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
        <p:nvSpPr>
          <p:cNvPr id="74" name="Google Shape;74;p32"/>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2"/>
          <p:cNvSpPr>
            <a:spLocks noGrp="1"/>
          </p:cNvSpPr>
          <p:nvPr>
            <p:ph type="pic" idx="2"/>
          </p:nvPr>
        </p:nvSpPr>
        <p:spPr>
          <a:xfrm>
            <a:off x="7248128" y="1700807"/>
            <a:ext cx="4032448" cy="3839549"/>
          </a:xfrm>
          <a:prstGeom prst="rect">
            <a:avLst/>
          </a:prstGeom>
          <a:noFill/>
          <a:ln>
            <a:noFill/>
          </a:ln>
        </p:spPr>
      </p:sp>
      <p:sp>
        <p:nvSpPr>
          <p:cNvPr id="76" name="Google Shape;76;p32"/>
          <p:cNvSpPr txBox="1">
            <a:spLocks noGrp="1"/>
          </p:cNvSpPr>
          <p:nvPr>
            <p:ph type="body" idx="3"/>
          </p:nvPr>
        </p:nvSpPr>
        <p:spPr>
          <a:xfrm>
            <a:off x="609600" y="3933056"/>
            <a:ext cx="5846440" cy="2232248"/>
          </a:xfrm>
          <a:prstGeom prst="rect">
            <a:avLst/>
          </a:prstGeom>
          <a:noFill/>
          <a:ln>
            <a:noFill/>
          </a:ln>
        </p:spPr>
        <p:txBody>
          <a:bodyPr spcFirstLastPara="1" wrap="square" lIns="91425" tIns="45700" rIns="91425" bIns="45700" anchor="t" anchorCtr="0">
            <a:normAutofit/>
          </a:bodyPr>
          <a:lstStyle>
            <a:lvl1pPr marL="457200" lvl="0" indent="-381000" algn="l">
              <a:lnSpc>
                <a:spcPct val="145833"/>
              </a:lnSpc>
              <a:spcBef>
                <a:spcPts val="480"/>
              </a:spcBef>
              <a:spcAft>
                <a:spcPts val="0"/>
              </a:spcAft>
              <a:buClr>
                <a:srgbClr val="5C5C5C"/>
              </a:buClr>
              <a:buSzPts val="2400"/>
              <a:buChar char="•"/>
              <a:defRPr sz="2400" b="0">
                <a:solidFill>
                  <a:srgbClr val="5C5C5C"/>
                </a:solidFill>
                <a:latin typeface="Microsoft JhengHei"/>
                <a:ea typeface="Microsoft JhengHei"/>
                <a:cs typeface="Microsoft JhengHei"/>
                <a:sym typeface="Microsoft JhengHei"/>
              </a:defRPr>
            </a:lvl1pPr>
            <a:lvl2pPr marL="914400" lvl="1" indent="-355600" algn="l">
              <a:lnSpc>
                <a:spcPct val="16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2pPr>
            <a:lvl3pPr marL="1371600" lvl="2" indent="-342900" algn="l">
              <a:lnSpc>
                <a:spcPct val="166666"/>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3pPr>
            <a:lvl4pPr marL="1828800" lvl="3" indent="-330200" algn="l">
              <a:lnSpc>
                <a:spcPct val="1875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4pPr>
            <a:lvl5pPr marL="2286000" lvl="4" indent="-317500" algn="l">
              <a:lnSpc>
                <a:spcPct val="214285"/>
              </a:lnSpc>
              <a:spcBef>
                <a:spcPts val="280"/>
              </a:spcBef>
              <a:spcAft>
                <a:spcPts val="0"/>
              </a:spcAft>
              <a:buClr>
                <a:srgbClr val="5C5C5C"/>
              </a:buClr>
              <a:buSzPts val="1400"/>
              <a:buChar char="»"/>
              <a:defRPr sz="1400">
                <a:solidFill>
                  <a:srgbClr val="5C5C5C"/>
                </a:solidFill>
                <a:latin typeface="Microsoft JhengHei"/>
                <a:ea typeface="Microsoft JhengHei"/>
                <a:cs typeface="Microsoft JhengHei"/>
                <a:sym typeface="Microsoft JhengHe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2"/>
          <p:cNvSpPr txBox="1">
            <a:spLocks noGrp="1"/>
          </p:cNvSpPr>
          <p:nvPr>
            <p:ph type="body" idx="4"/>
          </p:nvPr>
        </p:nvSpPr>
        <p:spPr>
          <a:xfrm>
            <a:off x="7896200" y="5540357"/>
            <a:ext cx="2966144" cy="365125"/>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A5A5A5"/>
              </a:buClr>
              <a:buSzPts val="1800"/>
              <a:buChar char="•"/>
              <a:defRPr/>
            </a:lvl1pPr>
            <a:lvl2pPr marL="914400" lvl="1" indent="-342900" algn="l">
              <a:spcBef>
                <a:spcPts val="360"/>
              </a:spcBef>
              <a:spcAft>
                <a:spcPts val="0"/>
              </a:spcAft>
              <a:buClr>
                <a:srgbClr val="A5A5A5"/>
              </a:buClr>
              <a:buSzPts val="1800"/>
              <a:buChar char="–"/>
              <a:defRPr/>
            </a:lvl2pPr>
            <a:lvl3pPr marL="1371600" lvl="2" indent="-228600" algn="ctr">
              <a:spcBef>
                <a:spcPts val="320"/>
              </a:spcBef>
              <a:spcAft>
                <a:spcPts val="0"/>
              </a:spcAft>
              <a:buClr>
                <a:srgbClr val="5C5C5C"/>
              </a:buClr>
              <a:buSzPts val="1600"/>
              <a:buNone/>
              <a:defRPr sz="1600">
                <a:solidFill>
                  <a:srgbClr val="5C5C5C"/>
                </a:solidFill>
                <a:latin typeface="Microsoft JhengHei"/>
                <a:ea typeface="Microsoft JhengHei"/>
                <a:cs typeface="Microsoft JhengHei"/>
                <a:sym typeface="Microsoft JhengHei"/>
              </a:defRPr>
            </a:lvl3pPr>
            <a:lvl4pPr marL="1828800" lvl="3" indent="-342900" algn="l">
              <a:spcBef>
                <a:spcPts val="360"/>
              </a:spcBef>
              <a:spcAft>
                <a:spcPts val="0"/>
              </a:spcAft>
              <a:buClr>
                <a:srgbClr val="A5A5A5"/>
              </a:buClr>
              <a:buSzPts val="1800"/>
              <a:buChar char="–"/>
              <a:defRPr/>
            </a:lvl4pPr>
            <a:lvl5pPr marL="2286000" lvl="4" indent="-342900" algn="l">
              <a:spcBef>
                <a:spcPts val="360"/>
              </a:spcBef>
              <a:spcAft>
                <a:spcPts val="0"/>
              </a:spcAft>
              <a:buClr>
                <a:srgbClr val="A5A5A5"/>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78"/>
        <p:cNvGrpSpPr/>
        <p:nvPr/>
      </p:nvGrpSpPr>
      <p:grpSpPr>
        <a:xfrm>
          <a:off x="0" y="0"/>
          <a:ext cx="0" cy="0"/>
          <a:chOff x="0" y="0"/>
          <a:chExt cx="0" cy="0"/>
        </a:xfrm>
      </p:grpSpPr>
      <p:sp>
        <p:nvSpPr>
          <p:cNvPr id="79" name="Google Shape;79;p33"/>
          <p:cNvSpPr txBox="1">
            <a:spLocks noGrp="1"/>
          </p:cNvSpPr>
          <p:nvPr>
            <p:ph type="body" idx="1"/>
          </p:nvPr>
        </p:nvSpPr>
        <p:spPr>
          <a:xfrm>
            <a:off x="609600" y="1796819"/>
            <a:ext cx="8006680" cy="912101"/>
          </a:xfrm>
          <a:prstGeom prst="rect">
            <a:avLst/>
          </a:prstGeom>
          <a:noFill/>
          <a:ln>
            <a:noFill/>
          </a:ln>
        </p:spPr>
        <p:txBody>
          <a:bodyPr spcFirstLastPara="1" wrap="square" lIns="91425" tIns="45700" rIns="91425" bIns="45700" anchor="t" anchorCtr="0">
            <a:normAutofit/>
          </a:bodyPr>
          <a:lstStyle>
            <a:lvl1pPr marL="457200" lvl="0" indent="-381000" algn="l">
              <a:lnSpc>
                <a:spcPct val="125000"/>
              </a:lnSpc>
              <a:spcBef>
                <a:spcPts val="480"/>
              </a:spcBef>
              <a:spcAft>
                <a:spcPts val="0"/>
              </a:spcAft>
              <a:buClr>
                <a:srgbClr val="5C5C5C"/>
              </a:buClr>
              <a:buSzPts val="2400"/>
              <a:buChar char="•"/>
              <a:defRPr sz="2400" b="0">
                <a:solidFill>
                  <a:srgbClr val="5C5C5C"/>
                </a:solidFill>
                <a:latin typeface="Microsoft JhengHei"/>
                <a:ea typeface="Microsoft JhengHei"/>
                <a:cs typeface="Microsoft JhengHei"/>
                <a:sym typeface="Microsoft JhengHei"/>
              </a:defRPr>
            </a:lvl1pPr>
            <a:lvl2pPr marL="914400" lvl="1" indent="-355600" algn="l">
              <a:lnSpc>
                <a:spcPct val="15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2pPr>
            <a:lvl3pPr marL="1371600" lvl="2" indent="-355600" algn="l">
              <a:lnSpc>
                <a:spcPct val="150000"/>
              </a:lnSpc>
              <a:spcBef>
                <a:spcPts val="400"/>
              </a:spcBef>
              <a:spcAft>
                <a:spcPts val="0"/>
              </a:spcAft>
              <a:buClr>
                <a:srgbClr val="5C5C5C"/>
              </a:buClr>
              <a:buSzPts val="2000"/>
              <a:buChar char="•"/>
              <a:defRPr sz="2000">
                <a:solidFill>
                  <a:srgbClr val="5C5C5C"/>
                </a:solidFill>
                <a:latin typeface="Microsoft JhengHei"/>
                <a:ea typeface="Microsoft JhengHei"/>
                <a:cs typeface="Microsoft JhengHei"/>
                <a:sym typeface="Microsoft JhengHei"/>
              </a:defRPr>
            </a:lvl3pPr>
            <a:lvl4pPr marL="1828800" lvl="3" indent="-342900" algn="l">
              <a:lnSpc>
                <a:spcPct val="166666"/>
              </a:lnSpc>
              <a:spcBef>
                <a:spcPts val="360"/>
              </a:spcBef>
              <a:spcAft>
                <a:spcPts val="0"/>
              </a:spcAft>
              <a:buClr>
                <a:srgbClr val="5C5C5C"/>
              </a:buClr>
              <a:buSzPts val="1800"/>
              <a:buChar char="–"/>
              <a:defRPr sz="1800">
                <a:solidFill>
                  <a:srgbClr val="5C5C5C"/>
                </a:solidFill>
                <a:latin typeface="Microsoft JhengHei"/>
                <a:ea typeface="Microsoft JhengHei"/>
                <a:cs typeface="Microsoft JhengHei"/>
                <a:sym typeface="Microsoft JhengHei"/>
              </a:defRPr>
            </a:lvl4pPr>
            <a:lvl5pPr marL="2286000" lvl="4" indent="-330200" algn="l">
              <a:lnSpc>
                <a:spcPct val="187500"/>
              </a:lnSpc>
              <a:spcBef>
                <a:spcPts val="320"/>
              </a:spcBef>
              <a:spcAft>
                <a:spcPts val="0"/>
              </a:spcAft>
              <a:buClr>
                <a:srgbClr val="5C5C5C"/>
              </a:buClr>
              <a:buSzPts val="1600"/>
              <a:buChar char="»"/>
              <a:defRPr sz="1600">
                <a:solidFill>
                  <a:srgbClr val="5C5C5C"/>
                </a:solidFill>
                <a:latin typeface="Microsoft JhengHei"/>
                <a:ea typeface="Microsoft JhengHei"/>
                <a:cs typeface="Microsoft JhengHei"/>
                <a:sym typeface="Microsoft JhengHe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33"/>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4D4D4D"/>
              </a:buClr>
              <a:buSzPts val="3600"/>
              <a:buFont typeface="Microsoft JhengHei"/>
              <a:buNone/>
              <a:defRPr sz="3600" b="1">
                <a:solidFill>
                  <a:srgbClr val="4D4D4D"/>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33"/>
          <p:cNvSpPr>
            <a:spLocks noGrp="1"/>
          </p:cNvSpPr>
          <p:nvPr>
            <p:ph type="pic" idx="2"/>
          </p:nvPr>
        </p:nvSpPr>
        <p:spPr>
          <a:xfrm>
            <a:off x="2783632" y="2852936"/>
            <a:ext cx="6480720" cy="3153215"/>
          </a:xfrm>
          <a:prstGeom prst="rect">
            <a:avLst/>
          </a:prstGeom>
          <a:solidFill>
            <a:schemeClr val="lt1"/>
          </a:solidFill>
          <a:ln>
            <a:noFill/>
          </a:ln>
        </p:spPr>
      </p:sp>
      <p:sp>
        <p:nvSpPr>
          <p:cNvPr id="82" name="Google Shape;82;p3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自訂版面配置">
  <p:cSld name="1_自訂版面配置">
    <p:spTree>
      <p:nvGrpSpPr>
        <p:cNvPr id="1" name="Shape 85"/>
        <p:cNvGrpSpPr/>
        <p:nvPr/>
      </p:nvGrpSpPr>
      <p:grpSpPr>
        <a:xfrm>
          <a:off x="0" y="0"/>
          <a:ext cx="0" cy="0"/>
          <a:chOff x="0" y="0"/>
          <a:chExt cx="0" cy="0"/>
        </a:xfrm>
      </p:grpSpPr>
      <p:sp>
        <p:nvSpPr>
          <p:cNvPr id="86" name="Google Shape;86;p34"/>
          <p:cNvSpPr txBox="1">
            <a:spLocks noGrp="1"/>
          </p:cNvSpPr>
          <p:nvPr>
            <p:ph type="title"/>
          </p:nvPr>
        </p:nvSpPr>
        <p:spPr>
          <a:xfrm>
            <a:off x="0" y="1268760"/>
            <a:ext cx="12184507"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Microsoft JhengHei"/>
              <a:buNone/>
              <a:defRPr sz="4400" b="1">
                <a:solidFill>
                  <a:schemeClr val="dk1"/>
                </a:solidFill>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pic>
        <p:nvPicPr>
          <p:cNvPr id="90" name="Google Shape;90;p34"/>
          <p:cNvPicPr preferRelativeResize="0"/>
          <p:nvPr/>
        </p:nvPicPr>
        <p:blipFill rotWithShape="1">
          <a:blip r:embed="rId2">
            <a:alphaModFix/>
          </a:blip>
          <a:srcRect/>
          <a:stretch/>
        </p:blipFill>
        <p:spPr>
          <a:xfrm>
            <a:off x="6600056" y="3237504"/>
            <a:ext cx="4091134" cy="1841410"/>
          </a:xfrm>
          <a:prstGeom prst="rect">
            <a:avLst/>
          </a:prstGeom>
          <a:noFill/>
          <a:ln>
            <a:noFill/>
          </a:ln>
        </p:spPr>
      </p:pic>
      <p:sp>
        <p:nvSpPr>
          <p:cNvPr id="91" name="Google Shape;91;p34"/>
          <p:cNvSpPr>
            <a:spLocks noGrp="1"/>
          </p:cNvSpPr>
          <p:nvPr>
            <p:ph type="pic" idx="2"/>
          </p:nvPr>
        </p:nvSpPr>
        <p:spPr>
          <a:xfrm>
            <a:off x="2135560" y="2898069"/>
            <a:ext cx="2952328" cy="2520280"/>
          </a:xfrm>
          <a:prstGeom prst="rect">
            <a:avLst/>
          </a:prstGeom>
          <a:noFill/>
          <a:ln>
            <a:noFill/>
          </a:ln>
        </p:spPr>
      </p:sp>
      <p:sp>
        <p:nvSpPr>
          <p:cNvPr id="92" name="Google Shape;92;p34"/>
          <p:cNvSpPr txBox="1"/>
          <p:nvPr/>
        </p:nvSpPr>
        <p:spPr>
          <a:xfrm>
            <a:off x="2711624" y="5535326"/>
            <a:ext cx="1800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a:solidFill>
                  <a:schemeClr val="dk1"/>
                </a:solidFill>
                <a:latin typeface="Calibri"/>
                <a:ea typeface="Calibri"/>
                <a:cs typeface="Calibri"/>
                <a:sym typeface="Calibri"/>
              </a:rPr>
              <a:t>滿意度調查問卷</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949494"/>
              </a:buClr>
              <a:buSzPts val="4267"/>
              <a:buFont typeface="Arial"/>
              <a:buNone/>
              <a:defRPr sz="4267" b="0" i="0" u="none" strike="noStrike" cap="none">
                <a:solidFill>
                  <a:srgbClr val="94949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47154" algn="l" rtl="0">
              <a:spcBef>
                <a:spcPts val="373"/>
              </a:spcBef>
              <a:spcAft>
                <a:spcPts val="0"/>
              </a:spcAft>
              <a:buClr>
                <a:srgbClr val="A5A5A5"/>
              </a:buClr>
              <a:buSzPts val="1867"/>
              <a:buFont typeface="Arial"/>
              <a:buChar char="•"/>
              <a:defRPr sz="1867" b="0" i="0" u="none" strike="noStrike" cap="none">
                <a:solidFill>
                  <a:srgbClr val="A5A5A5"/>
                </a:solidFill>
                <a:latin typeface="Calibri"/>
                <a:ea typeface="Calibri"/>
                <a:cs typeface="Calibri"/>
                <a:sym typeface="Calibri"/>
              </a:defRPr>
            </a:lvl1pPr>
            <a:lvl2pPr marL="914400" marR="0" lvl="1" indent="-330200" algn="l" rtl="0">
              <a:spcBef>
                <a:spcPts val="320"/>
              </a:spcBef>
              <a:spcAft>
                <a:spcPts val="0"/>
              </a:spcAft>
              <a:buClr>
                <a:srgbClr val="A5A5A5"/>
              </a:buClr>
              <a:buSzPts val="1600"/>
              <a:buFont typeface="Arial"/>
              <a:buChar char="–"/>
              <a:defRPr sz="1600" b="0" i="0" u="none" strike="noStrike" cap="none">
                <a:solidFill>
                  <a:srgbClr val="A5A5A5"/>
                </a:solidFill>
                <a:latin typeface="Calibri"/>
                <a:ea typeface="Calibri"/>
                <a:cs typeface="Calibri"/>
                <a:sym typeface="Calibri"/>
              </a:defRPr>
            </a:lvl2pPr>
            <a:lvl3pPr marL="1371600" marR="0" lvl="2" indent="-321754" algn="l" rtl="0">
              <a:spcBef>
                <a:spcPts val="293"/>
              </a:spcBef>
              <a:spcAft>
                <a:spcPts val="0"/>
              </a:spcAft>
              <a:buClr>
                <a:srgbClr val="A5A5A5"/>
              </a:buClr>
              <a:buSzPts val="1467"/>
              <a:buFont typeface="Arial"/>
              <a:buChar char="•"/>
              <a:defRPr sz="1467" b="0" i="0" u="none" strike="noStrike" cap="none">
                <a:solidFill>
                  <a:srgbClr val="A5A5A5"/>
                </a:solidFill>
                <a:latin typeface="Calibri"/>
                <a:ea typeface="Calibri"/>
                <a:cs typeface="Calibri"/>
                <a:sym typeface="Calibri"/>
              </a:defRPr>
            </a:lvl3pPr>
            <a:lvl4pPr marL="1828800" marR="0" lvl="3" indent="-317563" algn="l" rtl="0">
              <a:spcBef>
                <a:spcPts val="280"/>
              </a:spcBef>
              <a:spcAft>
                <a:spcPts val="0"/>
              </a:spcAft>
              <a:buClr>
                <a:srgbClr val="A5A5A5"/>
              </a:buClr>
              <a:buSzPts val="1401"/>
              <a:buFont typeface="Arial"/>
              <a:buChar char="–"/>
              <a:defRPr sz="1401" b="0" i="0" u="none" strike="noStrike" cap="none">
                <a:solidFill>
                  <a:srgbClr val="A5A5A5"/>
                </a:solidFill>
                <a:latin typeface="Calibri"/>
                <a:ea typeface="Calibri"/>
                <a:cs typeface="Calibri"/>
                <a:sym typeface="Calibri"/>
              </a:defRPr>
            </a:lvl4pPr>
            <a:lvl5pPr marL="2286000" marR="0" lvl="4" indent="-317563" algn="l" rtl="0">
              <a:spcBef>
                <a:spcPts val="280"/>
              </a:spcBef>
              <a:spcAft>
                <a:spcPts val="0"/>
              </a:spcAft>
              <a:buClr>
                <a:srgbClr val="A5A5A5"/>
              </a:buClr>
              <a:buSzPts val="1401"/>
              <a:buFont typeface="Arial"/>
              <a:buChar char="»"/>
              <a:defRPr sz="1401" b="0" i="0" u="none" strike="noStrike" cap="none">
                <a:solidFill>
                  <a:srgbClr val="A5A5A5"/>
                </a:solidFill>
                <a:latin typeface="Calibri"/>
                <a:ea typeface="Calibri"/>
                <a:cs typeface="Calibri"/>
                <a:sym typeface="Calibri"/>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u="none" strike="noStrike" cap="none">
                <a:solidFill>
                  <a:srgbClr val="9A9A9A"/>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9A9A9A"/>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0" i="0" u="none" strike="noStrike" cap="none">
                <a:solidFill>
                  <a:srgbClr val="9A9A9A"/>
                </a:solidFill>
                <a:latin typeface="Calibri"/>
                <a:ea typeface="Calibri"/>
                <a:cs typeface="Calibri"/>
                <a:sym typeface="Calibri"/>
              </a:defRPr>
            </a:lvl1pPr>
            <a:lvl2pPr marL="0" marR="0" lvl="1" indent="0" algn="r" rtl="0">
              <a:spcBef>
                <a:spcPts val="0"/>
              </a:spcBef>
              <a:buNone/>
              <a:defRPr sz="1600" b="0" i="0" u="none" strike="noStrike" cap="none">
                <a:solidFill>
                  <a:srgbClr val="9A9A9A"/>
                </a:solidFill>
                <a:latin typeface="Calibri"/>
                <a:ea typeface="Calibri"/>
                <a:cs typeface="Calibri"/>
                <a:sym typeface="Calibri"/>
              </a:defRPr>
            </a:lvl2pPr>
            <a:lvl3pPr marL="0" marR="0" lvl="2" indent="0" algn="r" rtl="0">
              <a:spcBef>
                <a:spcPts val="0"/>
              </a:spcBef>
              <a:buNone/>
              <a:defRPr sz="1600" b="0" i="0" u="none" strike="noStrike" cap="none">
                <a:solidFill>
                  <a:srgbClr val="9A9A9A"/>
                </a:solidFill>
                <a:latin typeface="Calibri"/>
                <a:ea typeface="Calibri"/>
                <a:cs typeface="Calibri"/>
                <a:sym typeface="Calibri"/>
              </a:defRPr>
            </a:lvl3pPr>
            <a:lvl4pPr marL="0" marR="0" lvl="3" indent="0" algn="r" rtl="0">
              <a:spcBef>
                <a:spcPts val="0"/>
              </a:spcBef>
              <a:buNone/>
              <a:defRPr sz="1600" b="0" i="0" u="none" strike="noStrike" cap="none">
                <a:solidFill>
                  <a:srgbClr val="9A9A9A"/>
                </a:solidFill>
                <a:latin typeface="Calibri"/>
                <a:ea typeface="Calibri"/>
                <a:cs typeface="Calibri"/>
                <a:sym typeface="Calibri"/>
              </a:defRPr>
            </a:lvl4pPr>
            <a:lvl5pPr marL="0" marR="0" lvl="4" indent="0" algn="r" rtl="0">
              <a:spcBef>
                <a:spcPts val="0"/>
              </a:spcBef>
              <a:buNone/>
              <a:defRPr sz="1600" b="0" i="0" u="none" strike="noStrike" cap="none">
                <a:solidFill>
                  <a:srgbClr val="9A9A9A"/>
                </a:solidFill>
                <a:latin typeface="Calibri"/>
                <a:ea typeface="Calibri"/>
                <a:cs typeface="Calibri"/>
                <a:sym typeface="Calibri"/>
              </a:defRPr>
            </a:lvl5pPr>
            <a:lvl6pPr marL="0" marR="0" lvl="5" indent="0" algn="r" rtl="0">
              <a:spcBef>
                <a:spcPts val="0"/>
              </a:spcBef>
              <a:buNone/>
              <a:defRPr sz="1600" b="0" i="0" u="none" strike="noStrike" cap="none">
                <a:solidFill>
                  <a:srgbClr val="9A9A9A"/>
                </a:solidFill>
                <a:latin typeface="Calibri"/>
                <a:ea typeface="Calibri"/>
                <a:cs typeface="Calibri"/>
                <a:sym typeface="Calibri"/>
              </a:defRPr>
            </a:lvl6pPr>
            <a:lvl7pPr marL="0" marR="0" lvl="6" indent="0" algn="r" rtl="0">
              <a:spcBef>
                <a:spcPts val="0"/>
              </a:spcBef>
              <a:buNone/>
              <a:defRPr sz="1600" b="0" i="0" u="none" strike="noStrike" cap="none">
                <a:solidFill>
                  <a:srgbClr val="9A9A9A"/>
                </a:solidFill>
                <a:latin typeface="Calibri"/>
                <a:ea typeface="Calibri"/>
                <a:cs typeface="Calibri"/>
                <a:sym typeface="Calibri"/>
              </a:defRPr>
            </a:lvl7pPr>
            <a:lvl8pPr marL="0" marR="0" lvl="7" indent="0" algn="r" rtl="0">
              <a:spcBef>
                <a:spcPts val="0"/>
              </a:spcBef>
              <a:buNone/>
              <a:defRPr sz="1600" b="0" i="0" u="none" strike="noStrike" cap="none">
                <a:solidFill>
                  <a:srgbClr val="9A9A9A"/>
                </a:solidFill>
                <a:latin typeface="Calibri"/>
                <a:ea typeface="Calibri"/>
                <a:cs typeface="Calibri"/>
                <a:sym typeface="Calibri"/>
              </a:defRPr>
            </a:lvl8pPr>
            <a:lvl9pPr marL="0" marR="0" lvl="8" indent="0" algn="r" rtl="0">
              <a:spcBef>
                <a:spcPts val="0"/>
              </a:spcBef>
              <a:buNone/>
              <a:defRPr sz="1600" b="0" i="0" u="none" strike="noStrike" cap="none">
                <a:solidFill>
                  <a:srgbClr val="9A9A9A"/>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grpSp>
        <p:nvGrpSpPr>
          <p:cNvPr id="15" name="Google Shape;15;p23"/>
          <p:cNvGrpSpPr/>
          <p:nvPr/>
        </p:nvGrpSpPr>
        <p:grpSpPr>
          <a:xfrm>
            <a:off x="0" y="1714"/>
            <a:ext cx="12192000" cy="6854572"/>
            <a:chOff x="0" y="1285"/>
            <a:chExt cx="9144000" cy="5140929"/>
          </a:xfrm>
        </p:grpSpPr>
        <p:pic>
          <p:nvPicPr>
            <p:cNvPr id="16" name="Google Shape;16;p23"/>
            <p:cNvPicPr preferRelativeResize="0"/>
            <p:nvPr/>
          </p:nvPicPr>
          <p:blipFill rotWithShape="1">
            <a:blip r:embed="rId13">
              <a:alphaModFix/>
            </a:blip>
            <a:srcRect/>
            <a:stretch/>
          </p:blipFill>
          <p:spPr>
            <a:xfrm>
              <a:off x="0" y="1285"/>
              <a:ext cx="9144000" cy="5140929"/>
            </a:xfrm>
            <a:prstGeom prst="rect">
              <a:avLst/>
            </a:prstGeom>
            <a:noFill/>
            <a:ln>
              <a:noFill/>
            </a:ln>
          </p:spPr>
        </p:pic>
        <p:pic>
          <p:nvPicPr>
            <p:cNvPr id="17" name="Google Shape;17;p23"/>
            <p:cNvPicPr preferRelativeResize="0"/>
            <p:nvPr/>
          </p:nvPicPr>
          <p:blipFill rotWithShape="1">
            <a:blip r:embed="rId14">
              <a:alphaModFix/>
            </a:blip>
            <a:srcRect/>
            <a:stretch/>
          </p:blipFill>
          <p:spPr>
            <a:xfrm>
              <a:off x="8274080" y="4250041"/>
              <a:ext cx="825440" cy="777313"/>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PSd4X2CBsn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youtu.be/Aa7AozVokXw"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609600" y="2276872"/>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4D4D4D"/>
              </a:buClr>
              <a:buSzPts val="4800"/>
              <a:buFont typeface="Microsoft JhengHei"/>
              <a:buNone/>
            </a:pPr>
            <a:r>
              <a:rPr lang="zh-TW" altLang="en-US" dirty="0"/>
              <a:t>伺服馬達與可變電阻</a:t>
            </a:r>
            <a:r>
              <a:rPr lang="zh-TW" dirty="0"/>
              <a:t>實作</a:t>
            </a:r>
            <a:endParaRPr dirty="0"/>
          </a:p>
        </p:txBody>
      </p:sp>
      <p:sp>
        <p:nvSpPr>
          <p:cNvPr id="98" name="Google Shape;98;p1"/>
          <p:cNvSpPr txBox="1">
            <a:spLocks noGrp="1"/>
          </p:cNvSpPr>
          <p:nvPr>
            <p:ph type="body" idx="1"/>
          </p:nvPr>
        </p:nvSpPr>
        <p:spPr>
          <a:xfrm>
            <a:off x="2681684" y="3479512"/>
            <a:ext cx="6828632" cy="42967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5C5C5C"/>
              </a:buClr>
              <a:buSzPts val="20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body" idx="1"/>
          </p:nvPr>
        </p:nvSpPr>
        <p:spPr>
          <a:xfrm>
            <a:off x="695400" y="1628800"/>
            <a:ext cx="10887000" cy="4137324"/>
          </a:xfrm>
          <a:prstGeom prst="rect">
            <a:avLst/>
          </a:prstGeom>
          <a:noFill/>
          <a:ln>
            <a:noFill/>
          </a:ln>
        </p:spPr>
        <p:txBody>
          <a:bodyPr spcFirstLastPara="1" wrap="square" lIns="91425" tIns="45700" rIns="91425" bIns="45700" anchor="t" anchorCtr="0">
            <a:normAutofit/>
          </a:bodyPr>
          <a:lstStyle/>
          <a:p>
            <a:pPr marL="457177" lvl="0" indent="-457177" algn="l" rtl="0">
              <a:lnSpc>
                <a:spcPct val="145833"/>
              </a:lnSpc>
              <a:spcBef>
                <a:spcPts val="480"/>
              </a:spcBef>
              <a:spcAft>
                <a:spcPts val="0"/>
              </a:spcAft>
              <a:buClr>
                <a:srgbClr val="5C5C5C"/>
              </a:buClr>
              <a:buSzPts val="2400"/>
              <a:buChar char="•"/>
            </a:pPr>
            <a:r>
              <a:rPr lang="zh-TW" dirty="0"/>
              <a:t>伺服馬達簡介與應用</a:t>
            </a:r>
            <a:endParaRPr dirty="0"/>
          </a:p>
          <a:p>
            <a:pPr marL="457177" lvl="0" indent="-457177" algn="l" rtl="0">
              <a:lnSpc>
                <a:spcPct val="145833"/>
              </a:lnSpc>
              <a:spcBef>
                <a:spcPts val="480"/>
              </a:spcBef>
              <a:spcAft>
                <a:spcPts val="0"/>
              </a:spcAft>
              <a:buClr>
                <a:srgbClr val="5C5C5C"/>
              </a:buClr>
              <a:buSzPts val="2400"/>
              <a:buChar char="•"/>
            </a:pPr>
            <a:r>
              <a:rPr lang="zh-TW" altLang="en-US" dirty="0"/>
              <a:t>可變電阻簡介</a:t>
            </a:r>
            <a:endParaRPr lang="en-US" altLang="zh-TW" dirty="0"/>
          </a:p>
          <a:p>
            <a:pPr marL="457177" lvl="0" indent="-457177" algn="l" rtl="0">
              <a:lnSpc>
                <a:spcPct val="145833"/>
              </a:lnSpc>
              <a:spcBef>
                <a:spcPts val="480"/>
              </a:spcBef>
              <a:spcAft>
                <a:spcPts val="0"/>
              </a:spcAft>
              <a:buClr>
                <a:srgbClr val="5C5C5C"/>
              </a:buClr>
              <a:buSzPts val="2400"/>
              <a:buChar char="•"/>
            </a:pPr>
            <a:r>
              <a:rPr lang="zh-TW" altLang="en-US" dirty="0"/>
              <a:t>伺服馬達</a:t>
            </a:r>
            <a:r>
              <a:rPr lang="zh-TW" dirty="0"/>
              <a:t>+</a:t>
            </a:r>
            <a:r>
              <a:rPr lang="zh-TW" altLang="en-US" dirty="0"/>
              <a:t>可變電阻</a:t>
            </a:r>
            <a:r>
              <a:rPr lang="zh-TW" dirty="0"/>
              <a:t>實作</a:t>
            </a:r>
            <a:endParaRPr dirty="0"/>
          </a:p>
          <a:p>
            <a:pPr marL="457177" lvl="0" indent="-304777" algn="l" rtl="0">
              <a:lnSpc>
                <a:spcPct val="145833"/>
              </a:lnSpc>
              <a:spcBef>
                <a:spcPts val="480"/>
              </a:spcBef>
              <a:spcAft>
                <a:spcPts val="0"/>
              </a:spcAft>
              <a:buClr>
                <a:srgbClr val="5C5C5C"/>
              </a:buClr>
              <a:buSzPts val="2400"/>
              <a:buNone/>
            </a:pPr>
            <a:endParaRPr dirty="0"/>
          </a:p>
        </p:txBody>
      </p:sp>
      <p:sp>
        <p:nvSpPr>
          <p:cNvPr id="104" name="Google Shape;104;p2"/>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大綱</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a5f09981bd_0_23"/>
          <p:cNvSpPr txBox="1">
            <a:spLocks noGrp="1"/>
          </p:cNvSpPr>
          <p:nvPr>
            <p:ph type="body" idx="1"/>
          </p:nvPr>
        </p:nvSpPr>
        <p:spPr>
          <a:xfrm>
            <a:off x="695400" y="1499659"/>
            <a:ext cx="10887000" cy="5358441"/>
          </a:xfrm>
          <a:prstGeom prst="rect">
            <a:avLst/>
          </a:prstGeom>
          <a:noFill/>
          <a:ln>
            <a:noFill/>
          </a:ln>
        </p:spPr>
        <p:txBody>
          <a:bodyPr spcFirstLastPara="1" wrap="square" lIns="91425" tIns="45700" rIns="91425" bIns="45700" anchor="t" anchorCtr="0">
            <a:noAutofit/>
          </a:bodyPr>
          <a:lstStyle/>
          <a:p>
            <a:pPr marL="457177" lvl="0" indent="-457177" algn="l" rtl="0">
              <a:lnSpc>
                <a:spcPct val="145833"/>
              </a:lnSpc>
              <a:spcBef>
                <a:spcPts val="0"/>
              </a:spcBef>
              <a:spcAft>
                <a:spcPts val="0"/>
              </a:spcAft>
              <a:buClr>
                <a:srgbClr val="5C5C5C"/>
              </a:buClr>
              <a:buSzPts val="2400"/>
              <a:buChar char="•"/>
            </a:pPr>
            <a:r>
              <a:rPr lang="zh-TW" b="1" dirty="0"/>
              <a:t>伺服馬達是一種能夠精確控制</a:t>
            </a:r>
            <a:r>
              <a:rPr lang="zh-TW" b="1" dirty="0">
                <a:solidFill>
                  <a:srgbClr val="FF0000"/>
                </a:solidFill>
              </a:rPr>
              <a:t>旋轉角度</a:t>
            </a:r>
            <a:r>
              <a:rPr lang="zh-TW" b="1" dirty="0"/>
              <a:t>、</a:t>
            </a:r>
            <a:r>
              <a:rPr lang="zh-TW" b="1" dirty="0">
                <a:solidFill>
                  <a:srgbClr val="FF0000"/>
                </a:solidFill>
              </a:rPr>
              <a:t>轉速</a:t>
            </a:r>
            <a:r>
              <a:rPr lang="zh-TW" b="1" dirty="0"/>
              <a:t>和</a:t>
            </a:r>
            <a:r>
              <a:rPr lang="zh-TW" b="1" dirty="0">
                <a:solidFill>
                  <a:srgbClr val="FF0000"/>
                </a:solidFill>
              </a:rPr>
              <a:t>加速度</a:t>
            </a:r>
            <a:r>
              <a:rPr lang="zh-TW" b="1" dirty="0"/>
              <a:t>的馬達系統。與一般的馬達（通電就轉，斷電就停，無法精確定位）不同，伺服馬達依靠**「閉迴路控制系統」（Closed-Loop Control）**來運作。</a:t>
            </a:r>
            <a:endParaRPr dirty="0"/>
          </a:p>
          <a:p>
            <a:pPr marL="457177" lvl="0" indent="-457177" algn="l" rtl="0">
              <a:lnSpc>
                <a:spcPct val="145833"/>
              </a:lnSpc>
              <a:spcBef>
                <a:spcPts val="480"/>
              </a:spcBef>
              <a:spcAft>
                <a:spcPts val="0"/>
              </a:spcAft>
              <a:buClr>
                <a:srgbClr val="5C5C5C"/>
              </a:buClr>
              <a:buSzPts val="2400"/>
              <a:buChar char="•"/>
            </a:pPr>
            <a:r>
              <a:rPr lang="zh-TW" b="1" dirty="0"/>
              <a:t>一個完整的伺服系統通常包含以下三個部分：</a:t>
            </a:r>
            <a:endParaRPr dirty="0"/>
          </a:p>
          <a:p>
            <a:pPr marL="990550" lvl="1" indent="-380980" algn="l" rtl="0">
              <a:lnSpc>
                <a:spcPct val="133333"/>
              </a:lnSpc>
              <a:spcBef>
                <a:spcPts val="480"/>
              </a:spcBef>
              <a:spcAft>
                <a:spcPts val="0"/>
              </a:spcAft>
              <a:buClr>
                <a:srgbClr val="5C5C5C"/>
              </a:buClr>
              <a:buSzPts val="2400"/>
              <a:buChar char="–"/>
            </a:pPr>
            <a:r>
              <a:rPr lang="zh-TW" sz="2400" b="1" dirty="0"/>
              <a:t>馬達本體 (Motor)： </a:t>
            </a:r>
            <a:r>
              <a:rPr lang="zh-TW" sz="2400" dirty="0"/>
              <a:t>負責產生動力。</a:t>
            </a:r>
            <a:endParaRPr dirty="0"/>
          </a:p>
          <a:p>
            <a:pPr marL="990550" lvl="1" indent="-380980" algn="l" rtl="0">
              <a:lnSpc>
                <a:spcPct val="133333"/>
              </a:lnSpc>
              <a:spcBef>
                <a:spcPts val="480"/>
              </a:spcBef>
              <a:spcAft>
                <a:spcPts val="0"/>
              </a:spcAft>
              <a:buClr>
                <a:srgbClr val="5C5C5C"/>
              </a:buClr>
              <a:buSzPts val="2400"/>
              <a:buChar char="–"/>
            </a:pPr>
            <a:r>
              <a:rPr lang="zh-TW" sz="2400" b="1" dirty="0"/>
              <a:t>編碼器 (Encoder)： </a:t>
            </a:r>
            <a:r>
              <a:rPr lang="zh-TW" sz="2400" dirty="0"/>
              <a:t>裝在馬達後端，負責當「眼線」。它會隨時偵測馬達轉了幾圈、現在在哪個位置，並將訊號回傳給驅動器。</a:t>
            </a:r>
            <a:endParaRPr dirty="0"/>
          </a:p>
          <a:p>
            <a:pPr marL="990550" lvl="1" indent="-380980" algn="l" rtl="0">
              <a:lnSpc>
                <a:spcPct val="133333"/>
              </a:lnSpc>
              <a:spcBef>
                <a:spcPts val="480"/>
              </a:spcBef>
              <a:spcAft>
                <a:spcPts val="0"/>
              </a:spcAft>
              <a:buClr>
                <a:srgbClr val="5C5C5C"/>
              </a:buClr>
              <a:buSzPts val="2400"/>
              <a:buChar char="–"/>
            </a:pPr>
            <a:r>
              <a:rPr lang="zh-TW" sz="2400" b="1" dirty="0"/>
              <a:t>驅動器 (Driver/Amplifier)： </a:t>
            </a:r>
            <a:r>
              <a:rPr lang="zh-TW" sz="2400" dirty="0"/>
              <a:t>系統的「大腦」。它接收控制器的指令，並與編碼器回傳的訊號進行比對（修正誤差），調整電流輸出，確保馬達精準地到達目標位置。</a:t>
            </a:r>
            <a:endParaRPr sz="2400" dirty="0"/>
          </a:p>
        </p:txBody>
      </p:sp>
      <p:sp>
        <p:nvSpPr>
          <p:cNvPr id="168" name="Google Shape;168;g3a5f09981bd_0_23"/>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u="sng" dirty="0">
                <a:solidFill>
                  <a:schemeClr val="hlink"/>
                </a:solidFill>
                <a:hlinkClick r:id="rId3"/>
              </a:rPr>
              <a:t>伺服馬達簡介與應用</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a5f09981bd_0_28"/>
          <p:cNvSpPr txBox="1">
            <a:spLocks noGrp="1"/>
          </p:cNvSpPr>
          <p:nvPr>
            <p:ph type="body" idx="1"/>
          </p:nvPr>
        </p:nvSpPr>
        <p:spPr>
          <a:xfrm>
            <a:off x="695400" y="1348800"/>
            <a:ext cx="11193300" cy="4417200"/>
          </a:xfrm>
          <a:prstGeom prst="rect">
            <a:avLst/>
          </a:prstGeom>
          <a:noFill/>
          <a:ln>
            <a:noFill/>
          </a:ln>
        </p:spPr>
        <p:txBody>
          <a:bodyPr spcFirstLastPara="1" wrap="square" lIns="91425" tIns="45700" rIns="91425" bIns="45700" anchor="t" anchorCtr="0">
            <a:noAutofit/>
          </a:bodyPr>
          <a:lstStyle/>
          <a:p>
            <a:pPr marL="0" lvl="0" indent="0" algn="l" rtl="0">
              <a:lnSpc>
                <a:spcPct val="145833"/>
              </a:lnSpc>
              <a:spcBef>
                <a:spcPts val="0"/>
              </a:spcBef>
              <a:spcAft>
                <a:spcPts val="0"/>
              </a:spcAft>
              <a:buClr>
                <a:srgbClr val="5C5C5C"/>
              </a:buClr>
              <a:buSzPts val="2400"/>
              <a:buNone/>
            </a:pPr>
            <a:r>
              <a:rPr lang="zh-TW" b="1"/>
              <a:t>主要根據電源類型分為兩大類：</a:t>
            </a:r>
            <a:endParaRPr/>
          </a:p>
          <a:p>
            <a:pPr marL="457177" lvl="0" indent="-457177" algn="l" rtl="0">
              <a:lnSpc>
                <a:spcPct val="145833"/>
              </a:lnSpc>
              <a:spcBef>
                <a:spcPts val="480"/>
              </a:spcBef>
              <a:spcAft>
                <a:spcPts val="0"/>
              </a:spcAft>
              <a:buClr>
                <a:srgbClr val="5C5C5C"/>
              </a:buClr>
              <a:buSzPts val="2400"/>
              <a:buChar char="•"/>
            </a:pPr>
            <a:r>
              <a:rPr lang="zh-TW" b="1"/>
              <a:t>DC 伺服馬達 (直流)：</a:t>
            </a:r>
            <a:endParaRPr/>
          </a:p>
          <a:p>
            <a:pPr marL="990550" lvl="1" indent="-380980" algn="l" rtl="0">
              <a:lnSpc>
                <a:spcPct val="133333"/>
              </a:lnSpc>
              <a:spcBef>
                <a:spcPts val="480"/>
              </a:spcBef>
              <a:spcAft>
                <a:spcPts val="0"/>
              </a:spcAft>
              <a:buClr>
                <a:srgbClr val="5C5C5C"/>
              </a:buClr>
              <a:buSzPts val="2400"/>
              <a:buChar char="–"/>
            </a:pPr>
            <a:r>
              <a:rPr lang="zh-TW" sz="2400" b="1"/>
              <a:t>特點： 控制簡單、成本較低、體積通常較小。</a:t>
            </a:r>
            <a:endParaRPr/>
          </a:p>
          <a:p>
            <a:pPr marL="990550" lvl="1" indent="-380980" algn="l" rtl="0">
              <a:lnSpc>
                <a:spcPct val="133333"/>
              </a:lnSpc>
              <a:spcBef>
                <a:spcPts val="480"/>
              </a:spcBef>
              <a:spcAft>
                <a:spcPts val="0"/>
              </a:spcAft>
              <a:buClr>
                <a:srgbClr val="5C5C5C"/>
              </a:buClr>
              <a:buSzPts val="2400"/>
              <a:buChar char="–"/>
            </a:pPr>
            <a:r>
              <a:rPr lang="zh-TW" sz="2400" b="1"/>
              <a:t>缺點： 有碳刷磨損問題（若為有刷馬達），維護頻率較高。</a:t>
            </a:r>
            <a:endParaRPr/>
          </a:p>
          <a:p>
            <a:pPr marL="990550" lvl="1" indent="-380980" algn="l" rtl="0">
              <a:lnSpc>
                <a:spcPct val="133333"/>
              </a:lnSpc>
              <a:spcBef>
                <a:spcPts val="480"/>
              </a:spcBef>
              <a:spcAft>
                <a:spcPts val="0"/>
              </a:spcAft>
              <a:buClr>
                <a:srgbClr val="5C5C5C"/>
              </a:buClr>
              <a:buSzPts val="2400"/>
              <a:buChar char="–"/>
            </a:pPr>
            <a:r>
              <a:rPr lang="zh-TW" sz="2400" b="1"/>
              <a:t>常見於： 遙控模型（RC車/飛機）、小型機器人、簡易自動化設備。</a:t>
            </a:r>
            <a:endParaRPr/>
          </a:p>
          <a:p>
            <a:pPr marL="457177" lvl="0" indent="-457177" algn="l" rtl="0">
              <a:lnSpc>
                <a:spcPct val="145833"/>
              </a:lnSpc>
              <a:spcBef>
                <a:spcPts val="480"/>
              </a:spcBef>
              <a:spcAft>
                <a:spcPts val="0"/>
              </a:spcAft>
              <a:buClr>
                <a:srgbClr val="5C5C5C"/>
              </a:buClr>
              <a:buSzPts val="2400"/>
              <a:buChar char="•"/>
            </a:pPr>
            <a:r>
              <a:rPr lang="zh-TW" b="1"/>
              <a:t>AC 伺服馬達 (交流)：</a:t>
            </a:r>
            <a:endParaRPr/>
          </a:p>
          <a:p>
            <a:pPr marL="990550" lvl="1" indent="-380980" algn="l" rtl="0">
              <a:lnSpc>
                <a:spcPct val="133333"/>
              </a:lnSpc>
              <a:spcBef>
                <a:spcPts val="480"/>
              </a:spcBef>
              <a:spcAft>
                <a:spcPts val="0"/>
              </a:spcAft>
              <a:buClr>
                <a:srgbClr val="5C5C5C"/>
              </a:buClr>
              <a:buSzPts val="2400"/>
              <a:buChar char="–"/>
            </a:pPr>
            <a:r>
              <a:rPr lang="zh-TW" sz="2400" b="1"/>
              <a:t>特點： 構造堅固、無碳刷（免維護）、效率高、能承受高負載、響應速度極快。</a:t>
            </a:r>
            <a:endParaRPr/>
          </a:p>
          <a:p>
            <a:pPr marL="990550" lvl="1" indent="-380980" algn="l" rtl="0">
              <a:lnSpc>
                <a:spcPct val="133333"/>
              </a:lnSpc>
              <a:spcBef>
                <a:spcPts val="480"/>
              </a:spcBef>
              <a:spcAft>
                <a:spcPts val="0"/>
              </a:spcAft>
              <a:buClr>
                <a:srgbClr val="5C5C5C"/>
              </a:buClr>
              <a:buSzPts val="2400"/>
              <a:buChar char="–"/>
            </a:pPr>
            <a:r>
              <a:rPr lang="zh-TW" sz="2400" b="1"/>
              <a:t>常見於： 工業自動化設備、CNC 工具機、大型機械手臂。（這是工業界的主流）</a:t>
            </a:r>
            <a:endParaRPr sz="2400"/>
          </a:p>
        </p:txBody>
      </p:sp>
      <p:sp>
        <p:nvSpPr>
          <p:cNvPr id="174" name="Google Shape;174;g3a5f09981bd_0_28"/>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伺服馬達的分類</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3a5f09981bd_0_33"/>
          <p:cNvSpPr txBox="1">
            <a:spLocks noGrp="1"/>
          </p:cNvSpPr>
          <p:nvPr>
            <p:ph type="body" idx="1"/>
          </p:nvPr>
        </p:nvSpPr>
        <p:spPr>
          <a:xfrm>
            <a:off x="695400" y="1628800"/>
            <a:ext cx="10887000" cy="4137300"/>
          </a:xfrm>
          <a:prstGeom prst="rect">
            <a:avLst/>
          </a:prstGeom>
          <a:noFill/>
          <a:ln>
            <a:noFill/>
          </a:ln>
        </p:spPr>
        <p:txBody>
          <a:bodyPr spcFirstLastPara="1" wrap="square" lIns="91425" tIns="45700" rIns="91425" bIns="45700" anchor="t" anchorCtr="0">
            <a:normAutofit/>
          </a:bodyPr>
          <a:lstStyle/>
          <a:p>
            <a:pPr marL="457177" lvl="0" indent="-457177" algn="l" rtl="0">
              <a:lnSpc>
                <a:spcPct val="145833"/>
              </a:lnSpc>
              <a:spcBef>
                <a:spcPts val="0"/>
              </a:spcBef>
              <a:spcAft>
                <a:spcPts val="0"/>
              </a:spcAft>
              <a:buClr>
                <a:srgbClr val="FF0000"/>
              </a:buClr>
              <a:buSzPts val="2400"/>
              <a:buChar char="•"/>
            </a:pPr>
            <a:r>
              <a:rPr lang="zh-TW">
                <a:solidFill>
                  <a:srgbClr val="FF0000"/>
                </a:solidFill>
              </a:rPr>
              <a:t>高精度定位</a:t>
            </a:r>
            <a:r>
              <a:rPr lang="zh-TW"/>
              <a:t>： 可以精確到微米（µm）甚至奈米級別的控制。</a:t>
            </a:r>
            <a:endParaRPr/>
          </a:p>
          <a:p>
            <a:pPr marL="457177" lvl="0" indent="-457177" algn="l" rtl="0">
              <a:lnSpc>
                <a:spcPct val="145833"/>
              </a:lnSpc>
              <a:spcBef>
                <a:spcPts val="480"/>
              </a:spcBef>
              <a:spcAft>
                <a:spcPts val="0"/>
              </a:spcAft>
              <a:buClr>
                <a:srgbClr val="FF0000"/>
              </a:buClr>
              <a:buSzPts val="2400"/>
              <a:buChar char="•"/>
            </a:pPr>
            <a:r>
              <a:rPr lang="zh-TW">
                <a:solidFill>
                  <a:srgbClr val="FF0000"/>
                </a:solidFill>
              </a:rPr>
              <a:t>高響應速度</a:t>
            </a:r>
            <a:r>
              <a:rPr lang="zh-TW"/>
              <a:t>： 從靜止加速到額定轉速通常只需幾毫秒。</a:t>
            </a:r>
            <a:endParaRPr/>
          </a:p>
          <a:p>
            <a:pPr marL="457177" lvl="0" indent="-457177" algn="l" rtl="0">
              <a:lnSpc>
                <a:spcPct val="145833"/>
              </a:lnSpc>
              <a:spcBef>
                <a:spcPts val="480"/>
              </a:spcBef>
              <a:spcAft>
                <a:spcPts val="0"/>
              </a:spcAft>
              <a:buClr>
                <a:srgbClr val="FF0000"/>
              </a:buClr>
              <a:buSzPts val="2400"/>
              <a:buChar char="•"/>
            </a:pPr>
            <a:r>
              <a:rPr lang="zh-TW">
                <a:solidFill>
                  <a:srgbClr val="FF0000"/>
                </a:solidFill>
              </a:rPr>
              <a:t>恆定扭力</a:t>
            </a:r>
            <a:r>
              <a:rPr lang="zh-TW"/>
              <a:t>： 在額定轉速範圍內，能維持穩定的扭力輸出（不會像步進馬達高速時扭力急劇下降）。</a:t>
            </a:r>
            <a:endParaRPr/>
          </a:p>
          <a:p>
            <a:pPr marL="457177" lvl="0" indent="-457177" algn="l" rtl="0">
              <a:lnSpc>
                <a:spcPct val="145833"/>
              </a:lnSpc>
              <a:spcBef>
                <a:spcPts val="480"/>
              </a:spcBef>
              <a:spcAft>
                <a:spcPts val="0"/>
              </a:spcAft>
              <a:buClr>
                <a:srgbClr val="FF0000"/>
              </a:buClr>
              <a:buSzPts val="2400"/>
              <a:buChar char="•"/>
            </a:pPr>
            <a:r>
              <a:rPr lang="zh-TW">
                <a:solidFill>
                  <a:srgbClr val="FF0000"/>
                </a:solidFill>
              </a:rPr>
              <a:t>過載能力強</a:t>
            </a:r>
            <a:r>
              <a:rPr lang="zh-TW"/>
              <a:t>： 短時間內可以承受 2~3 倍的額定扭力（適合瞬間啟動或急停）。</a:t>
            </a:r>
            <a:endParaRPr/>
          </a:p>
        </p:txBody>
      </p:sp>
      <p:sp>
        <p:nvSpPr>
          <p:cNvPr id="180" name="Google Shape;180;g3a5f09981bd_0_33"/>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伺服馬達的主要特性</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a5f09981bd_0_38"/>
          <p:cNvSpPr txBox="1">
            <a:spLocks noGrp="1"/>
          </p:cNvSpPr>
          <p:nvPr>
            <p:ph type="body" idx="1"/>
          </p:nvPr>
        </p:nvSpPr>
        <p:spPr>
          <a:xfrm>
            <a:off x="695400" y="1499659"/>
            <a:ext cx="10887000" cy="4266441"/>
          </a:xfrm>
          <a:prstGeom prst="rect">
            <a:avLst/>
          </a:prstGeom>
          <a:noFill/>
          <a:ln>
            <a:noFill/>
          </a:ln>
        </p:spPr>
        <p:txBody>
          <a:bodyPr spcFirstLastPara="1" wrap="square" lIns="91425" tIns="45700" rIns="91425" bIns="45700" anchor="t" anchorCtr="0">
            <a:noAutofit/>
          </a:bodyPr>
          <a:lstStyle/>
          <a:p>
            <a:pPr marL="457177" lvl="0" indent="-457177" algn="l" rtl="0">
              <a:lnSpc>
                <a:spcPct val="175000"/>
              </a:lnSpc>
              <a:spcBef>
                <a:spcPts val="0"/>
              </a:spcBef>
              <a:spcAft>
                <a:spcPts val="0"/>
              </a:spcAft>
              <a:buClr>
                <a:srgbClr val="5C5C5C"/>
              </a:buClr>
              <a:buSzPts val="2000"/>
              <a:buChar char="•"/>
            </a:pPr>
            <a:r>
              <a:rPr lang="zh-TW" sz="2000" dirty="0"/>
              <a:t>1. 工業自動化 (Industrial Automation)</a:t>
            </a:r>
            <a:endParaRPr dirty="0"/>
          </a:p>
          <a:p>
            <a:pPr marL="990550" lvl="1" indent="-380980" algn="l" rtl="0">
              <a:lnSpc>
                <a:spcPct val="160000"/>
              </a:lnSpc>
              <a:spcBef>
                <a:spcPts val="400"/>
              </a:spcBef>
              <a:spcAft>
                <a:spcPts val="0"/>
              </a:spcAft>
              <a:buClr>
                <a:srgbClr val="5C5C5C"/>
              </a:buClr>
              <a:buSzPts val="2000"/>
              <a:buChar char="–"/>
            </a:pPr>
            <a:r>
              <a:rPr lang="zh-TW" sz="2000" dirty="0"/>
              <a:t>CNC 工具機： 用於控制刀具的精確移動和切削深度。</a:t>
            </a:r>
            <a:endParaRPr dirty="0"/>
          </a:p>
          <a:p>
            <a:pPr marL="990550" lvl="1" indent="-380980" algn="l" rtl="0">
              <a:lnSpc>
                <a:spcPct val="160000"/>
              </a:lnSpc>
              <a:spcBef>
                <a:spcPts val="400"/>
              </a:spcBef>
              <a:spcAft>
                <a:spcPts val="0"/>
              </a:spcAft>
              <a:buClr>
                <a:srgbClr val="5C5C5C"/>
              </a:buClr>
              <a:buSzPts val="2000"/>
              <a:buChar char="–"/>
            </a:pPr>
            <a:r>
              <a:rPr lang="zh-TW" sz="2000" dirty="0"/>
              <a:t>包裝機械： 精準控制包裝袋的長度、封口位置。</a:t>
            </a:r>
            <a:endParaRPr dirty="0"/>
          </a:p>
          <a:p>
            <a:pPr marL="990550" lvl="1" indent="-380980" algn="l" rtl="0">
              <a:lnSpc>
                <a:spcPct val="160000"/>
              </a:lnSpc>
              <a:spcBef>
                <a:spcPts val="400"/>
              </a:spcBef>
              <a:spcAft>
                <a:spcPts val="0"/>
              </a:spcAft>
              <a:buClr>
                <a:srgbClr val="5C5C5C"/>
              </a:buClr>
              <a:buSzPts val="2000"/>
              <a:buChar char="–"/>
            </a:pPr>
            <a:r>
              <a:rPr lang="zh-TW" sz="2000" dirty="0"/>
              <a:t>輸送帶系統： 用於需要精確定位停止位置的生產線。</a:t>
            </a:r>
            <a:endParaRPr dirty="0"/>
          </a:p>
          <a:p>
            <a:pPr marL="990550" lvl="1" indent="-380980" algn="l" rtl="0">
              <a:lnSpc>
                <a:spcPct val="160000"/>
              </a:lnSpc>
              <a:spcBef>
                <a:spcPts val="400"/>
              </a:spcBef>
              <a:spcAft>
                <a:spcPts val="0"/>
              </a:spcAft>
              <a:buClr>
                <a:srgbClr val="5C5C5C"/>
              </a:buClr>
              <a:buSzPts val="2000"/>
              <a:buChar char="–"/>
            </a:pPr>
            <a:r>
              <a:rPr lang="zh-TW" sz="2000" dirty="0"/>
              <a:t>印刷機械： 確保多色印刷時的套色精準。</a:t>
            </a:r>
            <a:endParaRPr sz="2000" dirty="0"/>
          </a:p>
          <a:p>
            <a:pPr marL="457177" lvl="0" indent="-457177" algn="l" rtl="0">
              <a:lnSpc>
                <a:spcPct val="175000"/>
              </a:lnSpc>
              <a:spcBef>
                <a:spcPts val="400"/>
              </a:spcBef>
              <a:spcAft>
                <a:spcPts val="0"/>
              </a:spcAft>
              <a:buClr>
                <a:srgbClr val="5C5C5C"/>
              </a:buClr>
              <a:buSzPts val="2000"/>
              <a:buChar char="•"/>
            </a:pPr>
            <a:r>
              <a:rPr lang="zh-TW" sz="2000" dirty="0"/>
              <a:t>2. 機器人技術 (Robotics)</a:t>
            </a:r>
            <a:endParaRPr dirty="0"/>
          </a:p>
          <a:p>
            <a:pPr marL="990550" lvl="1" indent="-380980" algn="l" rtl="0">
              <a:lnSpc>
                <a:spcPct val="160000"/>
              </a:lnSpc>
              <a:spcBef>
                <a:spcPts val="400"/>
              </a:spcBef>
              <a:spcAft>
                <a:spcPts val="0"/>
              </a:spcAft>
              <a:buClr>
                <a:srgbClr val="5C5C5C"/>
              </a:buClr>
              <a:buSzPts val="2000"/>
              <a:buChar char="–"/>
            </a:pPr>
            <a:r>
              <a:rPr lang="zh-TW" sz="2000" dirty="0"/>
              <a:t>工業機械手臂（六軸手臂）： 每一個關節都需要一顆伺服馬達來控制角度，實現複雜的抓取、焊接或組裝動作。</a:t>
            </a:r>
            <a:endParaRPr dirty="0"/>
          </a:p>
          <a:p>
            <a:pPr marL="990550" lvl="1" indent="-380980" algn="l" rtl="0">
              <a:lnSpc>
                <a:spcPct val="160000"/>
              </a:lnSpc>
              <a:spcBef>
                <a:spcPts val="400"/>
              </a:spcBef>
              <a:spcAft>
                <a:spcPts val="0"/>
              </a:spcAft>
              <a:buClr>
                <a:srgbClr val="5C5C5C"/>
              </a:buClr>
              <a:buSzPts val="2000"/>
              <a:buChar char="–"/>
            </a:pPr>
            <a:r>
              <a:rPr lang="zh-TW" sz="2000" dirty="0"/>
              <a:t>協作機器人 (Cobots)： 需要高靈敏度的力回饋控制。</a:t>
            </a:r>
            <a:endParaRPr dirty="0"/>
          </a:p>
          <a:p>
            <a:pPr marL="990550" lvl="1" indent="-380980" algn="l" rtl="0">
              <a:lnSpc>
                <a:spcPct val="160000"/>
              </a:lnSpc>
              <a:spcBef>
                <a:spcPts val="400"/>
              </a:spcBef>
              <a:spcAft>
                <a:spcPts val="0"/>
              </a:spcAft>
              <a:buClr>
                <a:srgbClr val="5C5C5C"/>
              </a:buClr>
              <a:buSzPts val="2000"/>
              <a:buChar char="–"/>
            </a:pPr>
            <a:r>
              <a:rPr lang="zh-TW" sz="2000" dirty="0"/>
              <a:t>無人搬運車 (AGV/AMR)： 控制輪子的速度與轉向。</a:t>
            </a:r>
            <a:endParaRPr dirty="0"/>
          </a:p>
        </p:txBody>
      </p:sp>
      <p:sp>
        <p:nvSpPr>
          <p:cNvPr id="186" name="Google Shape;186;g3a5f09981bd_0_38"/>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伺服馬達的應用領域 (Applications)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a5f09981bd_0_43"/>
          <p:cNvSpPr txBox="1">
            <a:spLocks noGrp="1"/>
          </p:cNvSpPr>
          <p:nvPr>
            <p:ph type="body" idx="1"/>
          </p:nvPr>
        </p:nvSpPr>
        <p:spPr>
          <a:xfrm>
            <a:off x="695400" y="1364625"/>
            <a:ext cx="10887000" cy="4401600"/>
          </a:xfrm>
          <a:prstGeom prst="rect">
            <a:avLst/>
          </a:prstGeom>
          <a:noFill/>
          <a:ln>
            <a:noFill/>
          </a:ln>
        </p:spPr>
        <p:txBody>
          <a:bodyPr spcFirstLastPara="1" wrap="square" lIns="91425" tIns="45700" rIns="91425" bIns="45700" anchor="t" anchorCtr="0">
            <a:noAutofit/>
          </a:bodyPr>
          <a:lstStyle/>
          <a:p>
            <a:pPr marL="457177" lvl="0" indent="-457177" algn="l" rtl="0">
              <a:lnSpc>
                <a:spcPct val="175000"/>
              </a:lnSpc>
              <a:spcBef>
                <a:spcPts val="0"/>
              </a:spcBef>
              <a:spcAft>
                <a:spcPts val="0"/>
              </a:spcAft>
              <a:buClr>
                <a:srgbClr val="5C5C5C"/>
              </a:buClr>
              <a:buSzPts val="2000"/>
              <a:buChar char="•"/>
            </a:pPr>
            <a:r>
              <a:rPr lang="zh-TW" sz="2000"/>
              <a:t>3. 消費性電子與攝影 (Consumer &amp; Photography)</a:t>
            </a:r>
            <a:endParaRPr/>
          </a:p>
          <a:p>
            <a:pPr marL="990550" lvl="1" indent="-380980" algn="l" rtl="0">
              <a:lnSpc>
                <a:spcPct val="160000"/>
              </a:lnSpc>
              <a:spcBef>
                <a:spcPts val="400"/>
              </a:spcBef>
              <a:spcAft>
                <a:spcPts val="0"/>
              </a:spcAft>
              <a:buClr>
                <a:srgbClr val="5C5C5C"/>
              </a:buClr>
              <a:buSzPts val="2000"/>
              <a:buChar char="–"/>
            </a:pPr>
            <a:r>
              <a:rPr lang="zh-TW" sz="2000"/>
              <a:t>雲台穩定器 (Gimbal)： 手機或相機的三軸穩定器，利用伺服馬達瞬間修正手部抖動，保持畫面平穩。</a:t>
            </a:r>
            <a:endParaRPr/>
          </a:p>
          <a:p>
            <a:pPr marL="990550" lvl="1" indent="-380980" algn="l" rtl="0">
              <a:lnSpc>
                <a:spcPct val="160000"/>
              </a:lnSpc>
              <a:spcBef>
                <a:spcPts val="400"/>
              </a:spcBef>
              <a:spcAft>
                <a:spcPts val="0"/>
              </a:spcAft>
              <a:buClr>
                <a:srgbClr val="5C5C5C"/>
              </a:buClr>
              <a:buSzPts val="2000"/>
              <a:buChar char="–"/>
            </a:pPr>
            <a:r>
              <a:rPr lang="zh-TW" sz="2000"/>
              <a:t>遙控模型 (RC)： 控制遙控飛機的副翼、遙控車的轉向。</a:t>
            </a:r>
            <a:endParaRPr/>
          </a:p>
          <a:p>
            <a:pPr marL="990550" lvl="1" indent="-380980" algn="l" rtl="0">
              <a:lnSpc>
                <a:spcPct val="160000"/>
              </a:lnSpc>
              <a:spcBef>
                <a:spcPts val="400"/>
              </a:spcBef>
              <a:spcAft>
                <a:spcPts val="0"/>
              </a:spcAft>
              <a:buClr>
                <a:srgbClr val="5C5C5C"/>
              </a:buClr>
              <a:buSzPts val="2000"/>
              <a:buChar char="–"/>
            </a:pPr>
            <a:r>
              <a:rPr lang="zh-TW" sz="2000"/>
              <a:t>光碟機/硬碟： 讀寫頭的精確定位（雖然部分使用音圈馬達，但原理類似）。</a:t>
            </a:r>
            <a:endParaRPr/>
          </a:p>
          <a:p>
            <a:pPr marL="457177" lvl="0" indent="-457177" algn="l" rtl="0">
              <a:lnSpc>
                <a:spcPct val="175000"/>
              </a:lnSpc>
              <a:spcBef>
                <a:spcPts val="400"/>
              </a:spcBef>
              <a:spcAft>
                <a:spcPts val="0"/>
              </a:spcAft>
              <a:buClr>
                <a:srgbClr val="5C5C5C"/>
              </a:buClr>
              <a:buSzPts val="2000"/>
              <a:buChar char="•"/>
            </a:pPr>
            <a:r>
              <a:rPr lang="zh-TW" sz="2000"/>
              <a:t>4. 醫療設備 (Medical Devices)</a:t>
            </a:r>
            <a:endParaRPr/>
          </a:p>
          <a:p>
            <a:pPr marL="990550" lvl="1" indent="-380980" algn="l" rtl="0">
              <a:lnSpc>
                <a:spcPct val="160000"/>
              </a:lnSpc>
              <a:spcBef>
                <a:spcPts val="400"/>
              </a:spcBef>
              <a:spcAft>
                <a:spcPts val="0"/>
              </a:spcAft>
              <a:buClr>
                <a:srgbClr val="5C5C5C"/>
              </a:buClr>
              <a:buSzPts val="2000"/>
              <a:buChar char="–"/>
            </a:pPr>
            <a:r>
              <a:rPr lang="zh-TW" sz="2000"/>
              <a:t>手術機器人（如達文西手臂）： 讓醫生進行超微創手術，動作需極度精細且無延遲。</a:t>
            </a:r>
            <a:endParaRPr/>
          </a:p>
          <a:p>
            <a:pPr marL="990550" lvl="1" indent="-380980" algn="l" rtl="0">
              <a:lnSpc>
                <a:spcPct val="160000"/>
              </a:lnSpc>
              <a:spcBef>
                <a:spcPts val="400"/>
              </a:spcBef>
              <a:spcAft>
                <a:spcPts val="0"/>
              </a:spcAft>
              <a:buClr>
                <a:srgbClr val="5C5C5C"/>
              </a:buClr>
              <a:buSzPts val="2000"/>
              <a:buChar char="–"/>
            </a:pPr>
            <a:r>
              <a:rPr lang="zh-TW" sz="2000"/>
              <a:t>義肢關節： 高階電子義肢利用微型伺服馬達模擬人類肌肉動作。</a:t>
            </a:r>
            <a:endParaRPr/>
          </a:p>
          <a:p>
            <a:pPr marL="457177" lvl="0" indent="-457177" algn="l" rtl="0">
              <a:lnSpc>
                <a:spcPct val="175000"/>
              </a:lnSpc>
              <a:spcBef>
                <a:spcPts val="400"/>
              </a:spcBef>
              <a:spcAft>
                <a:spcPts val="0"/>
              </a:spcAft>
              <a:buClr>
                <a:srgbClr val="5C5C5C"/>
              </a:buClr>
              <a:buSzPts val="2000"/>
              <a:buChar char="•"/>
            </a:pPr>
            <a:r>
              <a:rPr lang="zh-TW" sz="2000"/>
              <a:t>5. 航太與國防 (Aerospace)</a:t>
            </a:r>
            <a:endParaRPr/>
          </a:p>
          <a:p>
            <a:pPr marL="990550" lvl="1" indent="-380980" algn="l" rtl="0">
              <a:lnSpc>
                <a:spcPct val="160000"/>
              </a:lnSpc>
              <a:spcBef>
                <a:spcPts val="400"/>
              </a:spcBef>
              <a:spcAft>
                <a:spcPts val="0"/>
              </a:spcAft>
              <a:buClr>
                <a:srgbClr val="5C5C5C"/>
              </a:buClr>
              <a:buSzPts val="2000"/>
              <a:buChar char="–"/>
            </a:pPr>
            <a:r>
              <a:rPr lang="zh-TW" sz="2000"/>
              <a:t>飛機的襟翼控制、飛彈的導引翼面調整、雷達天線的角度追蹤。</a:t>
            </a:r>
            <a:endParaRPr/>
          </a:p>
        </p:txBody>
      </p:sp>
      <p:sp>
        <p:nvSpPr>
          <p:cNvPr id="192" name="Google Shape;192;g3a5f09981bd_0_43"/>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伺服馬達的應用領域 (Applications)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graphicFrame>
        <p:nvGraphicFramePr>
          <p:cNvPr id="197" name="Google Shape;197;g3a5f09981bd_0_48"/>
          <p:cNvGraphicFramePr/>
          <p:nvPr/>
        </p:nvGraphicFramePr>
        <p:xfrm>
          <a:off x="731520" y="1417320"/>
          <a:ext cx="10850875" cy="4372000"/>
        </p:xfrm>
        <a:graphic>
          <a:graphicData uri="http://schemas.openxmlformats.org/drawingml/2006/table">
            <a:tbl>
              <a:tblPr>
                <a:noFill/>
                <a:tableStyleId>{F6AEC6F8-E872-400C-90B3-AEC2286CBE99}</a:tableStyleId>
              </a:tblPr>
              <a:tblGrid>
                <a:gridCol w="2180350">
                  <a:extLst>
                    <a:ext uri="{9D8B030D-6E8A-4147-A177-3AD203B41FA5}">
                      <a16:colId xmlns:a16="http://schemas.microsoft.com/office/drawing/2014/main" val="20000"/>
                    </a:ext>
                  </a:extLst>
                </a:gridCol>
                <a:gridCol w="3827250">
                  <a:extLst>
                    <a:ext uri="{9D8B030D-6E8A-4147-A177-3AD203B41FA5}">
                      <a16:colId xmlns:a16="http://schemas.microsoft.com/office/drawing/2014/main" val="20001"/>
                    </a:ext>
                  </a:extLst>
                </a:gridCol>
                <a:gridCol w="4843275">
                  <a:extLst>
                    <a:ext uri="{9D8B030D-6E8A-4147-A177-3AD203B41FA5}">
                      <a16:colId xmlns:a16="http://schemas.microsoft.com/office/drawing/2014/main" val="20002"/>
                    </a:ext>
                  </a:extLst>
                </a:gridCol>
              </a:tblGrid>
              <a:tr h="397075">
                <a:tc>
                  <a:txBody>
                    <a:bodyPr/>
                    <a:lstStyle/>
                    <a:p>
                      <a:pPr marL="0" marR="0" lvl="0" indent="0" algn="l" rtl="0">
                        <a:spcBef>
                          <a:spcPts val="0"/>
                        </a:spcBef>
                        <a:spcAft>
                          <a:spcPts val="0"/>
                        </a:spcAft>
                        <a:buNone/>
                      </a:pPr>
                      <a:r>
                        <a:rPr lang="zh-TW" sz="2000" b="1">
                          <a:latin typeface="Inter"/>
                          <a:ea typeface="Inter"/>
                          <a:cs typeface="Inter"/>
                          <a:sym typeface="Inter"/>
                        </a:rPr>
                        <a:t>特性</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1">
                          <a:latin typeface="Inter"/>
                          <a:ea typeface="Inter"/>
                          <a:cs typeface="Inter"/>
                          <a:sym typeface="Inter"/>
                        </a:rPr>
                        <a:t>步進馬達 (Stepper Motor)</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1">
                          <a:latin typeface="Inter"/>
                          <a:ea typeface="Inter"/>
                          <a:cs typeface="Inter"/>
                          <a:sym typeface="Inter"/>
                        </a:rPr>
                        <a:t>伺服馬達 (Servo Motor)</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034050">
                <a:tc>
                  <a:txBody>
                    <a:bodyPr/>
                    <a:lstStyle/>
                    <a:p>
                      <a:pPr marL="0" marR="0" lvl="0" indent="0" algn="l" rtl="0">
                        <a:spcBef>
                          <a:spcPts val="0"/>
                        </a:spcBef>
                        <a:spcAft>
                          <a:spcPts val="0"/>
                        </a:spcAft>
                        <a:buNone/>
                      </a:pPr>
                      <a:r>
                        <a:rPr lang="zh-TW" sz="2000" b="1">
                          <a:latin typeface="Inter"/>
                          <a:ea typeface="Inter"/>
                          <a:cs typeface="Inter"/>
                          <a:sym typeface="Inter"/>
                        </a:rPr>
                        <a:t>控制方式</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solidFill>
                            <a:srgbClr val="FF0000"/>
                          </a:solidFill>
                          <a:latin typeface="Inter"/>
                          <a:ea typeface="Inter"/>
                          <a:cs typeface="Inter"/>
                          <a:sym typeface="Inter"/>
                        </a:rPr>
                        <a:t>開迴路 </a:t>
                      </a:r>
                      <a:r>
                        <a:rPr lang="zh-TW" sz="2000" b="0">
                          <a:latin typeface="Inter"/>
                          <a:ea typeface="Inter"/>
                          <a:cs typeface="Inter"/>
                          <a:sym typeface="Inter"/>
                        </a:rPr>
                        <a:t>(Open Loop) - 給脈衝就轉，不知有沒有轉到位</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solidFill>
                            <a:srgbClr val="FF0000"/>
                          </a:solidFill>
                          <a:latin typeface="Inter"/>
                          <a:ea typeface="Inter"/>
                          <a:cs typeface="Inter"/>
                          <a:sym typeface="Inter"/>
                        </a:rPr>
                        <a:t>閉迴路 </a:t>
                      </a:r>
                      <a:r>
                        <a:rPr lang="zh-TW" sz="2000" b="0">
                          <a:latin typeface="Inter"/>
                          <a:ea typeface="Inter"/>
                          <a:cs typeface="Inter"/>
                          <a:sym typeface="Inter"/>
                        </a:rPr>
                        <a:t>(Closed Loop) - 會確認有沒有轉到位</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97075">
                <a:tc>
                  <a:txBody>
                    <a:bodyPr/>
                    <a:lstStyle/>
                    <a:p>
                      <a:pPr marL="0" marR="0" lvl="0" indent="0" algn="l" rtl="0">
                        <a:spcBef>
                          <a:spcPts val="0"/>
                        </a:spcBef>
                        <a:spcAft>
                          <a:spcPts val="0"/>
                        </a:spcAft>
                        <a:buNone/>
                      </a:pPr>
                      <a:r>
                        <a:rPr lang="zh-TW" sz="2000" b="1">
                          <a:latin typeface="Inter"/>
                          <a:ea typeface="Inter"/>
                          <a:cs typeface="Inter"/>
                          <a:sym typeface="Inter"/>
                        </a:rPr>
                        <a:t>精度</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普通 (無累積誤差)</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極高</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15575">
                <a:tc>
                  <a:txBody>
                    <a:bodyPr/>
                    <a:lstStyle/>
                    <a:p>
                      <a:pPr marL="0" marR="0" lvl="0" indent="0" algn="l" rtl="0">
                        <a:spcBef>
                          <a:spcPts val="0"/>
                        </a:spcBef>
                        <a:spcAft>
                          <a:spcPts val="0"/>
                        </a:spcAft>
                        <a:buNone/>
                      </a:pPr>
                      <a:r>
                        <a:rPr lang="zh-TW" sz="2000" b="1">
                          <a:latin typeface="Inter"/>
                          <a:ea typeface="Inter"/>
                          <a:cs typeface="Inter"/>
                          <a:sym typeface="Inter"/>
                        </a:rPr>
                        <a:t>速度</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低速扭力好，</a:t>
                      </a:r>
                      <a:r>
                        <a:rPr lang="zh-TW" sz="2000" b="1">
                          <a:latin typeface="Inter"/>
                          <a:ea typeface="Inter"/>
                          <a:cs typeface="Inter"/>
                          <a:sym typeface="Inter"/>
                        </a:rPr>
                        <a:t>高速時扭力急劇下降</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高速性能優異，全速域扭力穩定</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15575">
                <a:tc>
                  <a:txBody>
                    <a:bodyPr/>
                    <a:lstStyle/>
                    <a:p>
                      <a:pPr marL="0" marR="0" lvl="0" indent="0" algn="l" rtl="0">
                        <a:spcBef>
                          <a:spcPts val="0"/>
                        </a:spcBef>
                        <a:spcAft>
                          <a:spcPts val="0"/>
                        </a:spcAft>
                        <a:buNone/>
                      </a:pPr>
                      <a:r>
                        <a:rPr lang="zh-TW" sz="2000" b="1">
                          <a:latin typeface="Inter"/>
                          <a:ea typeface="Inter"/>
                          <a:cs typeface="Inter"/>
                          <a:sym typeface="Inter"/>
                        </a:rPr>
                        <a:t>成本</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便宜</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昂貴 (馬達+驅動器+編碼器)</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97075">
                <a:tc>
                  <a:txBody>
                    <a:bodyPr/>
                    <a:lstStyle/>
                    <a:p>
                      <a:pPr marL="0" marR="0" lvl="0" indent="0" algn="l" rtl="0">
                        <a:spcBef>
                          <a:spcPts val="0"/>
                        </a:spcBef>
                        <a:spcAft>
                          <a:spcPts val="0"/>
                        </a:spcAft>
                        <a:buNone/>
                      </a:pPr>
                      <a:r>
                        <a:rPr lang="zh-TW" sz="2000" b="1">
                          <a:latin typeface="Inter"/>
                          <a:ea typeface="Inter"/>
                          <a:cs typeface="Inter"/>
                          <a:sym typeface="Inter"/>
                        </a:rPr>
                        <a:t>過載能力</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差 (容易失步/丟步)</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強 (可短時過載)</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715575">
                <a:tc>
                  <a:txBody>
                    <a:bodyPr/>
                    <a:lstStyle/>
                    <a:p>
                      <a:pPr marL="0" marR="0" lvl="0" indent="0" algn="l" rtl="0">
                        <a:spcBef>
                          <a:spcPts val="0"/>
                        </a:spcBef>
                        <a:spcAft>
                          <a:spcPts val="0"/>
                        </a:spcAft>
                        <a:buNone/>
                      </a:pPr>
                      <a:r>
                        <a:rPr lang="zh-TW" sz="2000" b="1">
                          <a:latin typeface="Inter"/>
                          <a:ea typeface="Inter"/>
                          <a:cs typeface="Inter"/>
                          <a:sym typeface="Inter"/>
                        </a:rPr>
                        <a:t>適用場景</a:t>
                      </a:r>
                      <a:endParaRPr sz="2000" b="0">
                        <a:latin typeface="Inter"/>
                        <a:ea typeface="Inter"/>
                        <a:cs typeface="Inter"/>
                        <a:sym typeface="Inte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3D印表機、簡單輸送帶、低速定位</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zh-TW" sz="2000" b="0">
                          <a:latin typeface="Inter"/>
                          <a:ea typeface="Inter"/>
                          <a:cs typeface="Inter"/>
                          <a:sym typeface="Inter"/>
                        </a:rPr>
                        <a:t>CNC機台、機械手臂、高速高精機台</a:t>
                      </a:r>
                      <a:endParaRPr/>
                    </a:p>
                  </a:txBody>
                  <a:tcPr marL="75225" marR="75225" marT="37600" marB="3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198" name="Google Shape;198;g3a5f09981bd_0_48"/>
          <p:cNvSpPr txBox="1">
            <a:spLocks noGrp="1"/>
          </p:cNvSpPr>
          <p:nvPr>
            <p:ph type="title"/>
          </p:nvPr>
        </p:nvSpPr>
        <p:spPr>
          <a:xfrm>
            <a:off x="609600" y="356659"/>
            <a:ext cx="109728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4D4D4D"/>
              </a:buClr>
              <a:buSzPts val="3600"/>
              <a:buFont typeface="Microsoft JhengHei"/>
              <a:buNone/>
            </a:pPr>
            <a:r>
              <a:rPr lang="zh-TW"/>
              <a:t>伺服馬達 vs. 步進馬達 (Servo vs. Stepper)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a5f09981bd_0_53"/>
          <p:cNvSpPr txBox="1">
            <a:spLocks noGrp="1"/>
          </p:cNvSpPr>
          <p:nvPr>
            <p:ph type="body" idx="1"/>
          </p:nvPr>
        </p:nvSpPr>
        <p:spPr>
          <a:xfrm>
            <a:off x="609600" y="1642350"/>
            <a:ext cx="11216700" cy="48951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zh-TW"/>
              <a:t>脈衝寬度調變是現代電子控制系統中最核心、最基礎的</a:t>
            </a:r>
            <a:r>
              <a:rPr lang="zh-TW">
                <a:solidFill>
                  <a:srgbClr val="FF0000"/>
                </a:solidFill>
              </a:rPr>
              <a:t>數位類比轉換技術</a:t>
            </a:r>
            <a:r>
              <a:rPr lang="zh-TW"/>
              <a:t>之一。</a:t>
            </a:r>
            <a:endParaRPr/>
          </a:p>
          <a:p>
            <a:pPr marL="0" lvl="0" indent="0" algn="l" rtl="0">
              <a:spcBef>
                <a:spcPts val="480"/>
              </a:spcBef>
              <a:spcAft>
                <a:spcPts val="0"/>
              </a:spcAft>
              <a:buNone/>
            </a:pPr>
            <a:r>
              <a:rPr lang="zh-TW"/>
              <a:t>PWM 是一種</a:t>
            </a:r>
            <a:r>
              <a:rPr lang="zh-TW">
                <a:solidFill>
                  <a:srgbClr val="FF0000"/>
                </a:solidFill>
              </a:rPr>
              <a:t>調變技術</a:t>
            </a:r>
            <a:r>
              <a:rPr lang="zh-TW"/>
              <a:t>，它不是通過</a:t>
            </a:r>
            <a:r>
              <a:rPr lang="zh-TW">
                <a:solidFill>
                  <a:srgbClr val="FF0000"/>
                </a:solidFill>
              </a:rPr>
              <a:t>改變電壓的大小</a:t>
            </a:r>
            <a:r>
              <a:rPr lang="zh-TW"/>
              <a:t>來控制輸出，而是通過</a:t>
            </a:r>
            <a:r>
              <a:rPr lang="zh-TW">
                <a:solidFill>
                  <a:srgbClr val="FF0000"/>
                </a:solidFill>
              </a:rPr>
              <a:t>快速地「開」和「關」電源</a:t>
            </a:r>
            <a:r>
              <a:rPr lang="zh-TW"/>
              <a:t>，並調整「開」的時間比例來達到控制目的。</a:t>
            </a:r>
            <a:endParaRPr/>
          </a:p>
          <a:p>
            <a:pPr marL="914400" lvl="1" indent="-342900" algn="l" rtl="0">
              <a:spcBef>
                <a:spcPts val="360"/>
              </a:spcBef>
              <a:spcAft>
                <a:spcPts val="0"/>
              </a:spcAft>
              <a:buSzPts val="1800"/>
              <a:buChar char="–"/>
            </a:pPr>
            <a:endParaRPr/>
          </a:p>
        </p:txBody>
      </p:sp>
      <p:sp>
        <p:nvSpPr>
          <p:cNvPr id="205" name="Google Shape;205;g3a5f09981bd_0_53"/>
          <p:cNvSpPr txBox="1">
            <a:spLocks noGrp="1"/>
          </p:cNvSpPr>
          <p:nvPr>
            <p:ph type="title"/>
          </p:nvPr>
        </p:nvSpPr>
        <p:spPr>
          <a:xfrm>
            <a:off x="609600" y="35665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u="sng" dirty="0">
                <a:solidFill>
                  <a:schemeClr val="hlink"/>
                </a:solidFill>
                <a:hlinkClick r:id="rId3"/>
              </a:rPr>
              <a:t>脈衝寬度調變（Pulse Width Modulation, PWM）</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a5f09981bd_0_60"/>
          <p:cNvSpPr txBox="1">
            <a:spLocks noGrp="1"/>
          </p:cNvSpPr>
          <p:nvPr>
            <p:ph type="body" idx="1"/>
          </p:nvPr>
        </p:nvSpPr>
        <p:spPr>
          <a:xfrm>
            <a:off x="609600" y="1305875"/>
            <a:ext cx="11216700" cy="5231700"/>
          </a:xfrm>
          <a:prstGeom prst="rect">
            <a:avLst/>
          </a:prstGeom>
        </p:spPr>
        <p:txBody>
          <a:bodyPr spcFirstLastPara="1" wrap="square" lIns="91425" tIns="45700" rIns="91425" bIns="45700" anchor="t" anchorCtr="0">
            <a:normAutofit fontScale="92500" lnSpcReduction="20000"/>
          </a:bodyPr>
          <a:lstStyle/>
          <a:p>
            <a:pPr marL="0" lvl="0" indent="0" algn="l" rtl="0">
              <a:spcBef>
                <a:spcPts val="480"/>
              </a:spcBef>
              <a:spcAft>
                <a:spcPts val="0"/>
              </a:spcAft>
              <a:buNone/>
            </a:pPr>
            <a:r>
              <a:rPr lang="zh-TW" dirty="0"/>
              <a:t>要理解 PWM，必須掌握以下三個關鍵概念：</a:t>
            </a:r>
            <a:endParaRPr dirty="0"/>
          </a:p>
          <a:p>
            <a:pPr marL="457200" lvl="0" indent="-369570" algn="l" rtl="0">
              <a:spcBef>
                <a:spcPts val="480"/>
              </a:spcBef>
              <a:spcAft>
                <a:spcPts val="0"/>
              </a:spcAft>
              <a:buSzPct val="100000"/>
              <a:buChar char="•"/>
            </a:pPr>
            <a:r>
              <a:rPr lang="zh-TW" dirty="0"/>
              <a:t> 1. 週期（Period, $T$）和頻率（Frequency, $f$）</a:t>
            </a:r>
            <a:endParaRPr dirty="0"/>
          </a:p>
          <a:p>
            <a:pPr marL="914400" lvl="1" indent="-369569" algn="l" rtl="0">
              <a:spcBef>
                <a:spcPts val="0"/>
              </a:spcBef>
              <a:spcAft>
                <a:spcPts val="0"/>
              </a:spcAft>
              <a:buSzPct val="100000"/>
              <a:buChar char="–"/>
            </a:pPr>
            <a:r>
              <a:rPr lang="zh-TW" sz="2400" dirty="0"/>
              <a:t>週期 ($T$)：** 一個完整的開關循環所需要的時間。</a:t>
            </a:r>
            <a:endParaRPr sz="2400" dirty="0"/>
          </a:p>
          <a:p>
            <a:pPr marL="914400" lvl="1" indent="-369569" algn="l" rtl="0">
              <a:spcBef>
                <a:spcPts val="0"/>
              </a:spcBef>
              <a:spcAft>
                <a:spcPts val="0"/>
              </a:spcAft>
              <a:buSzPct val="100000"/>
              <a:buChar char="–"/>
            </a:pPr>
            <a:r>
              <a:rPr lang="zh-TW" sz="2400" dirty="0"/>
              <a:t>頻率 ($f$)：** 週期數的倒數 ($f = 1/T$)。</a:t>
            </a:r>
            <a:endParaRPr sz="2400" dirty="0"/>
          </a:p>
          <a:p>
            <a:pPr marL="914400" lvl="1" indent="-369569" algn="l" rtl="0">
              <a:spcBef>
                <a:spcPts val="0"/>
              </a:spcBef>
              <a:spcAft>
                <a:spcPts val="0"/>
              </a:spcAft>
              <a:buSzPct val="100000"/>
              <a:buChar char="–"/>
            </a:pPr>
            <a:r>
              <a:rPr lang="zh-TW" sz="2400" dirty="0"/>
              <a:t>特性：** 在 PWM 中，</a:t>
            </a:r>
            <a:r>
              <a:rPr lang="zh-TW" sz="2400" dirty="0">
                <a:solidFill>
                  <a:srgbClr val="FF0000"/>
                </a:solidFill>
              </a:rPr>
              <a:t>週期和頻率是固定</a:t>
            </a:r>
            <a:r>
              <a:rPr lang="zh-TW" sz="2400" dirty="0"/>
              <a:t>的。</a:t>
            </a:r>
            <a:endParaRPr sz="2400" dirty="0"/>
          </a:p>
          <a:p>
            <a:pPr marL="457200" lvl="0" indent="-369570" algn="l" rtl="0">
              <a:spcBef>
                <a:spcPts val="0"/>
              </a:spcBef>
              <a:spcAft>
                <a:spcPts val="0"/>
              </a:spcAft>
              <a:buSzPct val="100000"/>
              <a:buChar char="•"/>
            </a:pPr>
            <a:r>
              <a:rPr lang="zh-TW" sz="2400" dirty="0"/>
              <a:t>脈衝寬度（Pulse Width, $T_{ON}$）</a:t>
            </a:r>
            <a:endParaRPr sz="2400" dirty="0"/>
          </a:p>
          <a:p>
            <a:pPr marL="914400" lvl="1" indent="-369569" algn="l" rtl="0">
              <a:spcBef>
                <a:spcPts val="0"/>
              </a:spcBef>
              <a:spcAft>
                <a:spcPts val="0"/>
              </a:spcAft>
              <a:buSzPct val="100000"/>
              <a:buChar char="–"/>
            </a:pPr>
            <a:r>
              <a:rPr lang="zh-TW" sz="2400" dirty="0"/>
              <a:t>定義：** 在一個週期內，訊號處於高電平（ON）狀態持續的時間。</a:t>
            </a:r>
            <a:endParaRPr sz="2400" dirty="0"/>
          </a:p>
          <a:p>
            <a:pPr marL="914400" lvl="1" indent="-369569" algn="l" rtl="0">
              <a:spcBef>
                <a:spcPts val="0"/>
              </a:spcBef>
              <a:spcAft>
                <a:spcPts val="0"/>
              </a:spcAft>
              <a:buSzPct val="100000"/>
              <a:buChar char="–"/>
            </a:pPr>
            <a:r>
              <a:rPr lang="zh-TW" sz="2400" dirty="0"/>
              <a:t>特性：** 這是 PWM 進行調變的變量。</a:t>
            </a:r>
            <a:endParaRPr sz="2400" dirty="0"/>
          </a:p>
          <a:p>
            <a:pPr marL="457200" lvl="0" indent="-369570" algn="l" rtl="0">
              <a:spcBef>
                <a:spcPts val="0"/>
              </a:spcBef>
              <a:spcAft>
                <a:spcPts val="0"/>
              </a:spcAft>
              <a:buSzPct val="100000"/>
              <a:buChar char="•"/>
            </a:pPr>
            <a:r>
              <a:rPr lang="zh-TW" sz="2400" dirty="0"/>
              <a:t>3. 佔空比（Duty Cycle, $D$）</a:t>
            </a:r>
            <a:endParaRPr sz="2400" dirty="0"/>
          </a:p>
          <a:p>
            <a:pPr marL="914400" lvl="1" indent="-369569" algn="l" rtl="0">
              <a:spcBef>
                <a:spcPts val="0"/>
              </a:spcBef>
              <a:spcAft>
                <a:spcPts val="0"/>
              </a:spcAft>
              <a:buSzPct val="100000"/>
              <a:buChar char="–"/>
            </a:pPr>
            <a:r>
              <a:rPr lang="zh-TW" sz="2400" dirty="0"/>
              <a:t>佔空比是 PWM 原理中最核心的參數，它決定了輸出的平均功率。</a:t>
            </a:r>
            <a:endParaRPr sz="2400" dirty="0"/>
          </a:p>
        </p:txBody>
      </p:sp>
      <p:sp>
        <p:nvSpPr>
          <p:cNvPr id="212" name="Google Shape;212;g3a5f09981bd_0_60"/>
          <p:cNvSpPr txBox="1">
            <a:spLocks noGrp="1"/>
          </p:cNvSpPr>
          <p:nvPr>
            <p:ph type="title"/>
          </p:nvPr>
        </p:nvSpPr>
        <p:spPr>
          <a:xfrm>
            <a:off x="609600" y="35665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a:t>脈衝寬度調變（Pulse Width Modulation, PWM）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9E85AB4-02EA-4D16-809D-B8D37AA59FF7}"/>
              </a:ext>
            </a:extLst>
          </p:cNvPr>
          <p:cNvSpPr>
            <a:spLocks noGrp="1"/>
          </p:cNvSpPr>
          <p:nvPr>
            <p:ph type="body" idx="1"/>
          </p:nvPr>
        </p:nvSpPr>
        <p:spPr/>
        <p:txBody>
          <a:bodyPr/>
          <a:lstStyle/>
          <a:p>
            <a:r>
              <a:rPr lang="zh-TW" altLang="en-US" dirty="0"/>
              <a:t>可變電阻器是一種用於手動調節電路中電阻的電子元件。它使您可以輕鬆控制電流或更改組件之間的電壓，而無需更換零件。通過轉動旋鈕、滑動控制桿或使用小螺釘，您可以在設定範圍內平滑地改變阻力。</a:t>
            </a:r>
            <a:endParaRPr lang="en-US" altLang="zh-TW" dirty="0"/>
          </a:p>
        </p:txBody>
      </p:sp>
      <p:sp>
        <p:nvSpPr>
          <p:cNvPr id="3" name="標題 2">
            <a:extLst>
              <a:ext uri="{FF2B5EF4-FFF2-40B4-BE49-F238E27FC236}">
                <a16:creationId xmlns:a16="http://schemas.microsoft.com/office/drawing/2014/main" id="{7B8B41B1-780C-4C49-BE88-E8534B04DA0A}"/>
              </a:ext>
            </a:extLst>
          </p:cNvPr>
          <p:cNvSpPr>
            <a:spLocks noGrp="1"/>
          </p:cNvSpPr>
          <p:nvPr>
            <p:ph type="title"/>
          </p:nvPr>
        </p:nvSpPr>
        <p:spPr/>
        <p:txBody>
          <a:bodyPr/>
          <a:lstStyle/>
          <a:p>
            <a:r>
              <a:rPr lang="zh-TW" altLang="en-US" dirty="0"/>
              <a:t>可變電阻</a:t>
            </a:r>
          </a:p>
        </p:txBody>
      </p:sp>
      <p:pic>
        <p:nvPicPr>
          <p:cNvPr id="1026" name="Picture 2" descr="Working Principle of Variable Resistor">
            <a:extLst>
              <a:ext uri="{FF2B5EF4-FFF2-40B4-BE49-F238E27FC236}">
                <a16:creationId xmlns:a16="http://schemas.microsoft.com/office/drawing/2014/main" id="{A78075C6-847D-4681-BB4D-5BF9480824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87" y="3429000"/>
            <a:ext cx="6753225"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850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A244F3A-E059-4D11-AE48-4E2457DBA9AC}"/>
              </a:ext>
            </a:extLst>
          </p:cNvPr>
          <p:cNvSpPr>
            <a:spLocks noGrp="1"/>
          </p:cNvSpPr>
          <p:nvPr>
            <p:ph type="body" idx="1"/>
          </p:nvPr>
        </p:nvSpPr>
        <p:spPr>
          <a:xfrm>
            <a:off x="695400" y="1371600"/>
            <a:ext cx="10887000" cy="4394524"/>
          </a:xfrm>
        </p:spPr>
        <p:txBody>
          <a:bodyPr>
            <a:noAutofit/>
          </a:bodyPr>
          <a:lstStyle/>
          <a:p>
            <a:r>
              <a:rPr lang="zh-TW" altLang="en-US" dirty="0"/>
              <a:t>可變電阻器由碳或金屬合金等電阻元件和稱為游標的可移動觸點組成。當您轉動旋鈕或移動控制桿時，雨刮器會在電阻軌道上滑動。</a:t>
            </a:r>
          </a:p>
          <a:p>
            <a:r>
              <a:rPr lang="zh-TW" altLang="en-US" dirty="0"/>
              <a:t>當滑動器沿著軌道移動時，它有效地改變了電路端子之間的電阻路徑的長度。當雨刮器向一端移動時，阻力減小；當它移向另一個時，阻力就會增加。</a:t>
            </a:r>
          </a:p>
          <a:p>
            <a:r>
              <a:rPr lang="zh-TW" altLang="en-US" dirty="0"/>
              <a:t>由於電阻的變化，流過電路的電流量也會變化。較低的電阻允許更多的電流通過，而較高的電阻則限制電流通過。對於電位計，使用相同的機制在電路的兩個部分之間分配電壓。</a:t>
            </a:r>
          </a:p>
          <a:p>
            <a:r>
              <a:rPr lang="zh-TW" altLang="en-US" dirty="0"/>
              <a:t>通過簡單地調整滑動端的位置，用戶可以根據電路的用途手動控制電流強度、輸出電壓或信號電平。</a:t>
            </a:r>
          </a:p>
        </p:txBody>
      </p:sp>
      <p:sp>
        <p:nvSpPr>
          <p:cNvPr id="3" name="標題 2">
            <a:extLst>
              <a:ext uri="{FF2B5EF4-FFF2-40B4-BE49-F238E27FC236}">
                <a16:creationId xmlns:a16="http://schemas.microsoft.com/office/drawing/2014/main" id="{E314A436-62BC-4543-82C6-B36D0496D77B}"/>
              </a:ext>
            </a:extLst>
          </p:cNvPr>
          <p:cNvSpPr>
            <a:spLocks noGrp="1"/>
          </p:cNvSpPr>
          <p:nvPr>
            <p:ph type="title"/>
          </p:nvPr>
        </p:nvSpPr>
        <p:spPr/>
        <p:txBody>
          <a:bodyPr/>
          <a:lstStyle/>
          <a:p>
            <a:r>
              <a:rPr lang="zh-TW" altLang="en-US" dirty="0"/>
              <a:t>可變電阻器的工作原理</a:t>
            </a:r>
          </a:p>
        </p:txBody>
      </p:sp>
    </p:spTree>
    <p:extLst>
      <p:ext uri="{BB962C8B-B14F-4D97-AF65-F5344CB8AC3E}">
        <p14:creationId xmlns:p14="http://schemas.microsoft.com/office/powerpoint/2010/main" val="269477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FD8A837-B0C6-46C1-9257-721E236D42D2}"/>
              </a:ext>
            </a:extLst>
          </p:cNvPr>
          <p:cNvSpPr>
            <a:spLocks noGrp="1"/>
          </p:cNvSpPr>
          <p:nvPr>
            <p:ph type="body" idx="1"/>
          </p:nvPr>
        </p:nvSpPr>
        <p:spPr>
          <a:xfrm>
            <a:off x="695400" y="1628800"/>
            <a:ext cx="10887000" cy="4943450"/>
          </a:xfrm>
        </p:spPr>
        <p:txBody>
          <a:bodyPr>
            <a:normAutofit fontScale="92500" lnSpcReduction="10000"/>
          </a:bodyPr>
          <a:lstStyle/>
          <a:p>
            <a:r>
              <a:rPr lang="zh-TW" altLang="en-US" dirty="0"/>
              <a:t>電流控制</a:t>
            </a:r>
            <a:r>
              <a:rPr lang="en-US" altLang="zh-TW" dirty="0"/>
              <a:t>——</a:t>
            </a:r>
            <a:r>
              <a:rPr lang="zh-TW" altLang="en-US" dirty="0"/>
              <a:t>調節流經電路的電流，以控制燈的亮度或電加熱器的熱量。</a:t>
            </a:r>
          </a:p>
          <a:p>
            <a:r>
              <a:rPr lang="zh-TW" altLang="en-US" dirty="0"/>
              <a:t>音量控制</a:t>
            </a:r>
            <a:r>
              <a:rPr lang="en-US" altLang="zh-TW" dirty="0"/>
              <a:t>——</a:t>
            </a:r>
            <a:r>
              <a:rPr lang="zh-TW" altLang="en-US" dirty="0"/>
              <a:t>用於收音機、放大器和音頻設備以改變信號強度。</a:t>
            </a:r>
          </a:p>
          <a:p>
            <a:r>
              <a:rPr lang="zh-TW" altLang="en-US" dirty="0"/>
              <a:t>調光</a:t>
            </a:r>
            <a:r>
              <a:rPr lang="en-US" altLang="zh-TW" dirty="0"/>
              <a:t>——</a:t>
            </a:r>
            <a:r>
              <a:rPr lang="zh-TW" altLang="en-US" dirty="0"/>
              <a:t>調節白熾燈或可調光</a:t>
            </a:r>
            <a:r>
              <a:rPr lang="en-US" altLang="zh-TW" dirty="0"/>
              <a:t>LED </a:t>
            </a:r>
            <a:r>
              <a:rPr lang="zh-TW" altLang="en-US" dirty="0"/>
              <a:t>燈的亮度。</a:t>
            </a:r>
          </a:p>
          <a:p>
            <a:r>
              <a:rPr lang="zh-TW" altLang="en-US" dirty="0"/>
              <a:t>電機速度控制 </a:t>
            </a:r>
            <a:r>
              <a:rPr lang="en-US" altLang="zh-TW" dirty="0"/>
              <a:t>– </a:t>
            </a:r>
            <a:r>
              <a:rPr lang="zh-TW" altLang="en-US" dirty="0"/>
              <a:t>控制小型直流或交流電機的速度，例如風扇或實驗室設置中的電機。</a:t>
            </a:r>
          </a:p>
          <a:p>
            <a:r>
              <a:rPr lang="zh-TW" altLang="en-US" dirty="0"/>
              <a:t>電路校準和調諧</a:t>
            </a:r>
            <a:r>
              <a:rPr lang="en-US" altLang="zh-TW" dirty="0"/>
              <a:t>——</a:t>
            </a:r>
            <a:r>
              <a:rPr lang="zh-TW" altLang="en-US" dirty="0"/>
              <a:t>用作電路板上的微調器，以微調電壓、頻率或增益。</a:t>
            </a:r>
          </a:p>
          <a:p>
            <a:r>
              <a:rPr lang="zh-TW" altLang="en-US" dirty="0"/>
              <a:t>位置傳感 </a:t>
            </a:r>
            <a:r>
              <a:rPr lang="en-US" altLang="zh-TW" dirty="0"/>
              <a:t>– </a:t>
            </a:r>
            <a:r>
              <a:rPr lang="zh-TW" altLang="en-US" dirty="0"/>
              <a:t>充當操縱桿、踏板或油門等設備中的傳感器來檢測運動或位置。</a:t>
            </a:r>
          </a:p>
          <a:p>
            <a:r>
              <a:rPr lang="zh-TW" altLang="en-US" dirty="0"/>
              <a:t>分壓</a:t>
            </a:r>
            <a:r>
              <a:rPr lang="en-US" altLang="zh-TW" dirty="0"/>
              <a:t>——</a:t>
            </a:r>
            <a:r>
              <a:rPr lang="zh-TW" altLang="en-US" dirty="0"/>
              <a:t>用作電位計，在模擬電路中提供可調節的輸出電壓。</a:t>
            </a:r>
          </a:p>
          <a:p>
            <a:r>
              <a:rPr lang="zh-TW" altLang="en-US" dirty="0"/>
              <a:t>閾值調整 </a:t>
            </a:r>
            <a:r>
              <a:rPr lang="en-US" altLang="zh-TW" dirty="0"/>
              <a:t>– </a:t>
            </a:r>
            <a:r>
              <a:rPr lang="zh-TW" altLang="en-US" dirty="0"/>
              <a:t>與熱敏電阻或光敏電阻等組件一起工作，以設置恆溫器或光傳感器中的控制點。</a:t>
            </a:r>
          </a:p>
        </p:txBody>
      </p:sp>
      <p:sp>
        <p:nvSpPr>
          <p:cNvPr id="3" name="標題 2">
            <a:extLst>
              <a:ext uri="{FF2B5EF4-FFF2-40B4-BE49-F238E27FC236}">
                <a16:creationId xmlns:a16="http://schemas.microsoft.com/office/drawing/2014/main" id="{79CB6BD6-1729-4CEB-A3E6-8D2A6AE1AC78}"/>
              </a:ext>
            </a:extLst>
          </p:cNvPr>
          <p:cNvSpPr>
            <a:spLocks noGrp="1"/>
          </p:cNvSpPr>
          <p:nvPr>
            <p:ph type="title"/>
          </p:nvPr>
        </p:nvSpPr>
        <p:spPr/>
        <p:txBody>
          <a:bodyPr/>
          <a:lstStyle/>
          <a:p>
            <a:r>
              <a:rPr lang="zh-TW" altLang="en-US" dirty="0"/>
              <a:t>可變電阻器的應用</a:t>
            </a:r>
          </a:p>
        </p:txBody>
      </p:sp>
    </p:spTree>
    <p:extLst>
      <p:ext uri="{BB962C8B-B14F-4D97-AF65-F5344CB8AC3E}">
        <p14:creationId xmlns:p14="http://schemas.microsoft.com/office/powerpoint/2010/main" val="2909150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a5f09981bd_0_72"/>
          <p:cNvSpPr txBox="1">
            <a:spLocks noGrp="1"/>
          </p:cNvSpPr>
          <p:nvPr>
            <p:ph type="body" idx="1"/>
          </p:nvPr>
        </p:nvSpPr>
        <p:spPr>
          <a:xfrm>
            <a:off x="695400" y="1427875"/>
            <a:ext cx="7804800" cy="4338225"/>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zh-TW" altLang="zh-TW" b="1" dirty="0"/>
              <a:t>SG90 Servo伺服馬達接法</a:t>
            </a:r>
            <a:endParaRPr lang="en-US" altLang="zh-TW" b="1" dirty="0"/>
          </a:p>
          <a:p>
            <a:pPr marL="0" lvl="0" indent="0" algn="l" rtl="0">
              <a:spcBef>
                <a:spcPts val="480"/>
              </a:spcBef>
              <a:spcAft>
                <a:spcPts val="0"/>
              </a:spcAft>
              <a:buNone/>
            </a:pPr>
            <a:r>
              <a:rPr lang="zh-TW" dirty="0"/>
              <a:t>SG90有3條線，分別是訊號(橘)、VCC(紅)、GND(褐)，順序是固定的。這次我們把訊號線接到IO8(PIN2)，VCC接到3.3V(紅色)，GND接到GND(黑色)。</a:t>
            </a:r>
            <a:endParaRPr dirty="0"/>
          </a:p>
        </p:txBody>
      </p:sp>
      <p:sp>
        <p:nvSpPr>
          <p:cNvPr id="219" name="Google Shape;219;g3a5f09981bd_0_72"/>
          <p:cNvSpPr txBox="1">
            <a:spLocks noGrp="1"/>
          </p:cNvSpPr>
          <p:nvPr>
            <p:ph type="title"/>
          </p:nvPr>
        </p:nvSpPr>
        <p:spPr>
          <a:xfrm>
            <a:off x="609600" y="356659"/>
            <a:ext cx="10972800" cy="1143000"/>
          </a:xfrm>
          <a:prstGeom prst="rect">
            <a:avLst/>
          </a:prstGeom>
        </p:spPr>
        <p:txBody>
          <a:bodyPr spcFirstLastPara="1" wrap="square" lIns="91425" tIns="45700" rIns="91425" bIns="45700" anchor="ctr" anchorCtr="0">
            <a:normAutofit/>
          </a:bodyPr>
          <a:lstStyle/>
          <a:p>
            <a:r>
              <a:rPr lang="zh-TW" altLang="en-US" dirty="0"/>
              <a:t>伺服馬達</a:t>
            </a:r>
            <a:r>
              <a:rPr lang="en-US" altLang="zh-TW" dirty="0"/>
              <a:t>+</a:t>
            </a:r>
            <a:r>
              <a:rPr lang="zh-TW" altLang="en-US" dirty="0"/>
              <a:t>可變電阻實作</a:t>
            </a:r>
            <a:endParaRPr dirty="0"/>
          </a:p>
        </p:txBody>
      </p:sp>
      <p:pic>
        <p:nvPicPr>
          <p:cNvPr id="220" name="Google Shape;220;g3a5f09981bd_0_72"/>
          <p:cNvPicPr preferRelativeResize="0"/>
          <p:nvPr/>
        </p:nvPicPr>
        <p:blipFill>
          <a:blip r:embed="rId3">
            <a:alphaModFix/>
          </a:blip>
          <a:stretch>
            <a:fillRect/>
          </a:stretch>
        </p:blipFill>
        <p:spPr>
          <a:xfrm>
            <a:off x="8591550" y="1427875"/>
            <a:ext cx="3600450" cy="3600450"/>
          </a:xfrm>
          <a:prstGeom prst="rect">
            <a:avLst/>
          </a:prstGeom>
          <a:noFill/>
          <a:ln>
            <a:noFill/>
          </a:ln>
        </p:spPr>
      </p:pic>
      <p:pic>
        <p:nvPicPr>
          <p:cNvPr id="221" name="Google Shape;221;g3a5f09981bd_0_72"/>
          <p:cNvPicPr preferRelativeResize="0"/>
          <p:nvPr/>
        </p:nvPicPr>
        <p:blipFill rotWithShape="1">
          <a:blip r:embed="rId4">
            <a:alphaModFix/>
          </a:blip>
          <a:srcRect l="16194" t="54588" r="45256" b="14748"/>
          <a:stretch/>
        </p:blipFill>
        <p:spPr>
          <a:xfrm>
            <a:off x="824700" y="3749750"/>
            <a:ext cx="6207452" cy="2886074"/>
          </a:xfrm>
          <a:prstGeom prst="rect">
            <a:avLst/>
          </a:prstGeom>
          <a:noFill/>
          <a:ln>
            <a:noFill/>
          </a:ln>
        </p:spPr>
      </p:pic>
      <p:sp>
        <p:nvSpPr>
          <p:cNvPr id="222" name="Google Shape;222;g3a5f09981bd_0_72"/>
          <p:cNvSpPr/>
          <p:nvPr/>
        </p:nvSpPr>
        <p:spPr>
          <a:xfrm>
            <a:off x="1628777" y="4157575"/>
            <a:ext cx="257400" cy="14427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654873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a5f09981bd_0_7"/>
          <p:cNvSpPr txBox="1">
            <a:spLocks noGrp="1"/>
          </p:cNvSpPr>
          <p:nvPr>
            <p:ph type="title"/>
          </p:nvPr>
        </p:nvSpPr>
        <p:spPr>
          <a:xfrm>
            <a:off x="609600" y="274650"/>
            <a:ext cx="49371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949494"/>
              </a:buClr>
              <a:buSzPct val="96883"/>
              <a:buFont typeface="Arial"/>
              <a:buNone/>
            </a:pPr>
            <a:r>
              <a:rPr lang="zh-TW"/>
              <a:t>EZ Start Kit擴展版</a:t>
            </a:r>
            <a:br>
              <a:rPr lang="zh-TW"/>
            </a:br>
            <a:r>
              <a:rPr lang="zh-TW"/>
              <a:t>腳位對照圖</a:t>
            </a:r>
            <a:endParaRPr/>
          </a:p>
        </p:txBody>
      </p:sp>
      <p:sp>
        <p:nvSpPr>
          <p:cNvPr id="149" name="Google Shape;149;g3a5f09981bd_0_7"/>
          <p:cNvSpPr txBox="1">
            <a:spLocks noGrp="1"/>
          </p:cNvSpPr>
          <p:nvPr>
            <p:ph type="body" idx="1"/>
          </p:nvPr>
        </p:nvSpPr>
        <p:spPr>
          <a:xfrm>
            <a:off x="609600" y="1340769"/>
            <a:ext cx="10972800" cy="4785300"/>
          </a:xfrm>
          <a:prstGeom prst="rect">
            <a:avLst/>
          </a:prstGeom>
          <a:noFill/>
          <a:ln>
            <a:noFill/>
          </a:ln>
        </p:spPr>
        <p:txBody>
          <a:bodyPr spcFirstLastPara="1" wrap="square" lIns="91425" tIns="45700" rIns="91425" bIns="45700" anchor="t" anchorCtr="0">
            <a:normAutofit/>
          </a:bodyPr>
          <a:lstStyle/>
          <a:p>
            <a:pPr marL="457177" lvl="0" indent="-338622" algn="l" rtl="0">
              <a:lnSpc>
                <a:spcPct val="100000"/>
              </a:lnSpc>
              <a:spcBef>
                <a:spcPts val="373"/>
              </a:spcBef>
              <a:spcAft>
                <a:spcPts val="0"/>
              </a:spcAft>
              <a:buClr>
                <a:srgbClr val="A5A5A5"/>
              </a:buClr>
              <a:buSzPts val="1867"/>
              <a:buNone/>
            </a:pPr>
            <a:endParaRPr/>
          </a:p>
        </p:txBody>
      </p:sp>
      <p:pic>
        <p:nvPicPr>
          <p:cNvPr id="150" name="Google Shape;150;g3a5f09981bd_0_7"/>
          <p:cNvPicPr preferRelativeResize="0"/>
          <p:nvPr/>
        </p:nvPicPr>
        <p:blipFill rotWithShape="1">
          <a:blip r:embed="rId3">
            <a:alphaModFix/>
          </a:blip>
          <a:srcRect/>
          <a:stretch/>
        </p:blipFill>
        <p:spPr>
          <a:xfrm>
            <a:off x="6590075" y="0"/>
            <a:ext cx="5601924" cy="6575275"/>
          </a:xfrm>
          <a:prstGeom prst="rect">
            <a:avLst/>
          </a:prstGeom>
          <a:noFill/>
          <a:ln>
            <a:noFill/>
          </a:ln>
        </p:spPr>
      </p:pic>
      <p:pic>
        <p:nvPicPr>
          <p:cNvPr id="151" name="Google Shape;151;g3a5f09981bd_0_7"/>
          <p:cNvPicPr preferRelativeResize="0"/>
          <p:nvPr/>
        </p:nvPicPr>
        <p:blipFill rotWithShape="1">
          <a:blip r:embed="rId3">
            <a:alphaModFix/>
          </a:blip>
          <a:srcRect l="52520" t="53009" r="1351" b="7442"/>
          <a:stretch/>
        </p:blipFill>
        <p:spPr>
          <a:xfrm>
            <a:off x="1566461" y="1799235"/>
            <a:ext cx="4713926" cy="4216218"/>
          </a:xfrm>
          <a:prstGeom prst="rect">
            <a:avLst/>
          </a:prstGeom>
          <a:noFill/>
          <a:ln>
            <a:noFill/>
          </a:ln>
        </p:spPr>
      </p:pic>
      <p:sp>
        <p:nvSpPr>
          <p:cNvPr id="152" name="Google Shape;152;g3a5f09981bd_0_7"/>
          <p:cNvSpPr/>
          <p:nvPr/>
        </p:nvSpPr>
        <p:spPr>
          <a:xfrm>
            <a:off x="1785917" y="1799280"/>
            <a:ext cx="1056600" cy="4216173"/>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53" name="Google Shape;153;g3a5f09981bd_0_7"/>
          <p:cNvSpPr/>
          <p:nvPr/>
        </p:nvSpPr>
        <p:spPr>
          <a:xfrm>
            <a:off x="1785917" y="5683653"/>
            <a:ext cx="4429500" cy="331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7" name="圖片 6">
            <a:extLst>
              <a:ext uri="{FF2B5EF4-FFF2-40B4-BE49-F238E27FC236}">
                <a16:creationId xmlns:a16="http://schemas.microsoft.com/office/drawing/2014/main" id="{FC7124A3-EDA6-4B0D-A591-28FD216A4DB6}"/>
              </a:ext>
            </a:extLst>
          </p:cNvPr>
          <p:cNvPicPr>
            <a:picLocks noChangeAspect="1"/>
          </p:cNvPicPr>
          <p:nvPr/>
        </p:nvPicPr>
        <p:blipFill>
          <a:blip r:embed="rId3"/>
          <a:stretch>
            <a:fillRect/>
          </a:stretch>
        </p:blipFill>
        <p:spPr>
          <a:xfrm>
            <a:off x="6897674" y="1643423"/>
            <a:ext cx="5175828" cy="3604306"/>
          </a:xfrm>
          <a:prstGeom prst="rect">
            <a:avLst/>
          </a:prstGeom>
        </p:spPr>
      </p:pic>
      <p:sp>
        <p:nvSpPr>
          <p:cNvPr id="228" name="Google Shape;228;g3a5f09981bd_0_83"/>
          <p:cNvSpPr txBox="1">
            <a:spLocks noGrp="1"/>
          </p:cNvSpPr>
          <p:nvPr>
            <p:ph type="body" idx="1"/>
          </p:nvPr>
        </p:nvSpPr>
        <p:spPr>
          <a:xfrm>
            <a:off x="695400" y="1628800"/>
            <a:ext cx="10972800" cy="41373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zh-TW" dirty="0"/>
              <a:t>吉哥積木→模組→伺服馬達</a:t>
            </a:r>
            <a:endParaRPr dirty="0"/>
          </a:p>
        </p:txBody>
      </p:sp>
      <p:sp>
        <p:nvSpPr>
          <p:cNvPr id="229" name="Google Shape;229;g3a5f09981bd_0_83"/>
          <p:cNvSpPr txBox="1">
            <a:spLocks noGrp="1"/>
          </p:cNvSpPr>
          <p:nvPr>
            <p:ph type="title"/>
          </p:nvPr>
        </p:nvSpPr>
        <p:spPr>
          <a:xfrm>
            <a:off x="609600" y="35665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dirty="0"/>
              <a:t>SG90 Servo伺服馬達控制</a:t>
            </a:r>
            <a:endParaRPr dirty="0"/>
          </a:p>
        </p:txBody>
      </p:sp>
      <p:pic>
        <p:nvPicPr>
          <p:cNvPr id="231" name="Google Shape;231;g3a5f09981bd_0_83"/>
          <p:cNvPicPr preferRelativeResize="0"/>
          <p:nvPr/>
        </p:nvPicPr>
        <p:blipFill>
          <a:blip r:embed="rId4">
            <a:alphaModFix/>
          </a:blip>
          <a:stretch>
            <a:fillRect/>
          </a:stretch>
        </p:blipFill>
        <p:spPr>
          <a:xfrm>
            <a:off x="842650" y="2260475"/>
            <a:ext cx="6055024" cy="3856851"/>
          </a:xfrm>
          <a:prstGeom prst="rect">
            <a:avLst/>
          </a:prstGeom>
          <a:noFill/>
          <a:ln>
            <a:noFill/>
          </a:ln>
        </p:spPr>
      </p:pic>
      <p:cxnSp>
        <p:nvCxnSpPr>
          <p:cNvPr id="232" name="Google Shape;232;g3a5f09981bd_0_83"/>
          <p:cNvCxnSpPr>
            <a:cxnSpLocks/>
          </p:cNvCxnSpPr>
          <p:nvPr/>
        </p:nvCxnSpPr>
        <p:spPr>
          <a:xfrm>
            <a:off x="4191000" y="2582498"/>
            <a:ext cx="2994650" cy="0"/>
          </a:xfrm>
          <a:prstGeom prst="straightConnector1">
            <a:avLst/>
          </a:prstGeom>
          <a:noFill/>
          <a:ln w="38100" cap="flat" cmpd="sng">
            <a:solidFill>
              <a:srgbClr val="FF0000"/>
            </a:solidFill>
            <a:prstDash val="solid"/>
            <a:round/>
            <a:headEnd type="none" w="med" len="med"/>
            <a:tailEnd type="stealth" w="med" len="med"/>
          </a:ln>
        </p:spPr>
      </p:cxnSp>
      <p:cxnSp>
        <p:nvCxnSpPr>
          <p:cNvPr id="234" name="Google Shape;234;g3a5f09981bd_0_83"/>
          <p:cNvCxnSpPr>
            <a:cxnSpLocks/>
          </p:cNvCxnSpPr>
          <p:nvPr/>
        </p:nvCxnSpPr>
        <p:spPr>
          <a:xfrm flipV="1">
            <a:off x="4400550" y="4068700"/>
            <a:ext cx="2785100" cy="484250"/>
          </a:xfrm>
          <a:prstGeom prst="straightConnector1">
            <a:avLst/>
          </a:prstGeom>
          <a:noFill/>
          <a:ln w="38100" cap="flat" cmpd="sng">
            <a:solidFill>
              <a:srgbClr val="FF0000"/>
            </a:solidFill>
            <a:prstDash val="solid"/>
            <a:round/>
            <a:headEnd type="none" w="med" len="med"/>
            <a:tailEnd type="stealth"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1"/>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949494"/>
              </a:buClr>
              <a:buSzPts val="4200"/>
              <a:buFont typeface="Arial"/>
              <a:buNone/>
            </a:pPr>
            <a:r>
              <a:rPr lang="zh-TW" dirty="0"/>
              <a:t>EZ Start Kit擴展版_</a:t>
            </a:r>
            <a:r>
              <a:rPr lang="zh-TW" altLang="en-US" dirty="0"/>
              <a:t>可變電阻</a:t>
            </a:r>
            <a:endParaRPr dirty="0"/>
          </a:p>
        </p:txBody>
      </p:sp>
      <p:sp>
        <p:nvSpPr>
          <p:cNvPr id="274" name="Google Shape;274;p21"/>
          <p:cNvSpPr txBox="1">
            <a:spLocks noGrp="1"/>
          </p:cNvSpPr>
          <p:nvPr>
            <p:ph type="body" idx="1"/>
          </p:nvPr>
        </p:nvSpPr>
        <p:spPr>
          <a:xfrm>
            <a:off x="609600" y="1340769"/>
            <a:ext cx="10972800" cy="4785396"/>
          </a:xfrm>
          <a:prstGeom prst="rect">
            <a:avLst/>
          </a:prstGeom>
          <a:noFill/>
          <a:ln>
            <a:noFill/>
          </a:ln>
        </p:spPr>
        <p:txBody>
          <a:bodyPr spcFirstLastPara="1" wrap="square" lIns="91425" tIns="45700" rIns="91425" bIns="45700" anchor="t" anchorCtr="0">
            <a:normAutofit/>
          </a:bodyPr>
          <a:lstStyle/>
          <a:p>
            <a:pPr marL="461455">
              <a:spcBef>
                <a:spcPts val="373"/>
              </a:spcBef>
              <a:buSzPts val="1867"/>
            </a:pPr>
            <a:r>
              <a:rPr lang="en-US" altLang="zh-TW" sz="2400" dirty="0"/>
              <a:t>EZ Start Kit</a:t>
            </a:r>
            <a:r>
              <a:rPr lang="zh-TW" altLang="en-US" sz="2400" dirty="0"/>
              <a:t>擴展版可透過程式讀取可變電阻可得到</a:t>
            </a:r>
            <a:r>
              <a:rPr lang="en-US" altLang="zh-TW" sz="2400" dirty="0">
                <a:solidFill>
                  <a:schemeClr val="accent1"/>
                </a:solidFill>
              </a:rPr>
              <a:t>0~4095</a:t>
            </a:r>
            <a:r>
              <a:rPr lang="zh-TW" altLang="en-US" sz="2400" dirty="0">
                <a:solidFill>
                  <a:schemeClr val="accent1"/>
                </a:solidFill>
              </a:rPr>
              <a:t>的數值</a:t>
            </a:r>
            <a:r>
              <a:rPr lang="zh-TW" altLang="en-US" sz="2400" dirty="0"/>
              <a:t>，調整數值的方法可透過旋轉可變電阻來改變，可用來製作需要調節控制的專案。</a:t>
            </a:r>
          </a:p>
          <a:p>
            <a:pPr marL="457177" lvl="0" indent="-338622" algn="l" rtl="0">
              <a:lnSpc>
                <a:spcPct val="100000"/>
              </a:lnSpc>
              <a:spcBef>
                <a:spcPts val="373"/>
              </a:spcBef>
              <a:spcAft>
                <a:spcPts val="0"/>
              </a:spcAft>
              <a:buClr>
                <a:srgbClr val="A5A5A5"/>
              </a:buClr>
              <a:buSzPts val="1867"/>
              <a:buNone/>
            </a:pPr>
            <a:endParaRPr dirty="0"/>
          </a:p>
        </p:txBody>
      </p:sp>
      <p:pic>
        <p:nvPicPr>
          <p:cNvPr id="275" name="Google Shape;275;p21"/>
          <p:cNvPicPr preferRelativeResize="0"/>
          <p:nvPr/>
        </p:nvPicPr>
        <p:blipFill rotWithShape="1">
          <a:blip r:embed="rId3">
            <a:alphaModFix/>
          </a:blip>
          <a:srcRect l="16939" t="36420" r="15645" b="9888"/>
          <a:stretch/>
        </p:blipFill>
        <p:spPr>
          <a:xfrm>
            <a:off x="1619249" y="2483770"/>
            <a:ext cx="8372475" cy="4216778"/>
          </a:xfrm>
          <a:prstGeom prst="rect">
            <a:avLst/>
          </a:prstGeom>
          <a:noFill/>
          <a:ln>
            <a:noFill/>
          </a:ln>
        </p:spPr>
      </p:pic>
      <p:sp>
        <p:nvSpPr>
          <p:cNvPr id="276" name="Google Shape;276;p21"/>
          <p:cNvSpPr/>
          <p:nvPr/>
        </p:nvSpPr>
        <p:spPr>
          <a:xfrm>
            <a:off x="7264908" y="4679010"/>
            <a:ext cx="996696" cy="160749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51342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8" name="Google Shape;150;g3a5f09981bd_0_7">
            <a:extLst>
              <a:ext uri="{FF2B5EF4-FFF2-40B4-BE49-F238E27FC236}">
                <a16:creationId xmlns:a16="http://schemas.microsoft.com/office/drawing/2014/main" id="{C952822D-FD67-47A2-8466-A6A63F80B2D1}"/>
              </a:ext>
            </a:extLst>
          </p:cNvPr>
          <p:cNvPicPr preferRelativeResize="0"/>
          <p:nvPr/>
        </p:nvPicPr>
        <p:blipFill rotWithShape="1">
          <a:blip r:embed="rId3">
            <a:alphaModFix/>
          </a:blip>
          <a:srcRect l="53582" t="47398" b="6216"/>
          <a:stretch/>
        </p:blipFill>
        <p:spPr>
          <a:xfrm>
            <a:off x="1917012" y="1634000"/>
            <a:ext cx="4298405" cy="4381453"/>
          </a:xfrm>
          <a:prstGeom prst="rect">
            <a:avLst/>
          </a:prstGeom>
          <a:noFill/>
          <a:ln>
            <a:noFill/>
          </a:ln>
        </p:spPr>
      </p:pic>
      <p:sp>
        <p:nvSpPr>
          <p:cNvPr id="148" name="Google Shape;148;g3a5f09981bd_0_7"/>
          <p:cNvSpPr txBox="1">
            <a:spLocks noGrp="1"/>
          </p:cNvSpPr>
          <p:nvPr>
            <p:ph type="title"/>
          </p:nvPr>
        </p:nvSpPr>
        <p:spPr>
          <a:xfrm>
            <a:off x="609600" y="274650"/>
            <a:ext cx="49371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949494"/>
              </a:buClr>
              <a:buSzPct val="96883"/>
              <a:buFont typeface="Arial"/>
              <a:buNone/>
            </a:pPr>
            <a:r>
              <a:rPr lang="zh-TW"/>
              <a:t>EZ Start Kit擴展版</a:t>
            </a:r>
            <a:br>
              <a:rPr lang="zh-TW"/>
            </a:br>
            <a:r>
              <a:rPr lang="zh-TW"/>
              <a:t>腳位對照圖</a:t>
            </a:r>
            <a:endParaRPr/>
          </a:p>
        </p:txBody>
      </p:sp>
      <p:sp>
        <p:nvSpPr>
          <p:cNvPr id="149" name="Google Shape;149;g3a5f09981bd_0_7"/>
          <p:cNvSpPr txBox="1">
            <a:spLocks noGrp="1"/>
          </p:cNvSpPr>
          <p:nvPr>
            <p:ph type="body" idx="1"/>
          </p:nvPr>
        </p:nvSpPr>
        <p:spPr>
          <a:xfrm>
            <a:off x="609600" y="1340769"/>
            <a:ext cx="10972800" cy="4785300"/>
          </a:xfrm>
          <a:prstGeom prst="rect">
            <a:avLst/>
          </a:prstGeom>
          <a:noFill/>
          <a:ln>
            <a:noFill/>
          </a:ln>
        </p:spPr>
        <p:txBody>
          <a:bodyPr spcFirstLastPara="1" wrap="square" lIns="91425" tIns="45700" rIns="91425" bIns="45700" anchor="t" anchorCtr="0">
            <a:normAutofit/>
          </a:bodyPr>
          <a:lstStyle/>
          <a:p>
            <a:pPr marL="457177" lvl="0" indent="-338622" algn="l" rtl="0">
              <a:lnSpc>
                <a:spcPct val="100000"/>
              </a:lnSpc>
              <a:spcBef>
                <a:spcPts val="373"/>
              </a:spcBef>
              <a:spcAft>
                <a:spcPts val="0"/>
              </a:spcAft>
              <a:buClr>
                <a:srgbClr val="A5A5A5"/>
              </a:buClr>
              <a:buSzPts val="1867"/>
              <a:buNone/>
            </a:pPr>
            <a:endParaRPr dirty="0"/>
          </a:p>
        </p:txBody>
      </p:sp>
      <p:pic>
        <p:nvPicPr>
          <p:cNvPr id="150" name="Google Shape;150;g3a5f09981bd_0_7"/>
          <p:cNvPicPr preferRelativeResize="0"/>
          <p:nvPr/>
        </p:nvPicPr>
        <p:blipFill rotWithShape="1">
          <a:blip r:embed="rId3">
            <a:alphaModFix/>
          </a:blip>
          <a:srcRect/>
          <a:stretch/>
        </p:blipFill>
        <p:spPr>
          <a:xfrm>
            <a:off x="6590075" y="0"/>
            <a:ext cx="5601924" cy="6575275"/>
          </a:xfrm>
          <a:prstGeom prst="rect">
            <a:avLst/>
          </a:prstGeom>
          <a:noFill/>
          <a:ln>
            <a:noFill/>
          </a:ln>
        </p:spPr>
      </p:pic>
      <p:sp>
        <p:nvSpPr>
          <p:cNvPr id="152" name="Google Shape;152;g3a5f09981bd_0_7"/>
          <p:cNvSpPr/>
          <p:nvPr/>
        </p:nvSpPr>
        <p:spPr>
          <a:xfrm>
            <a:off x="1950329" y="1799280"/>
            <a:ext cx="1056600" cy="4216173"/>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53" name="Google Shape;153;g3a5f09981bd_0_7"/>
          <p:cNvSpPr/>
          <p:nvPr/>
        </p:nvSpPr>
        <p:spPr>
          <a:xfrm>
            <a:off x="1973246" y="1799280"/>
            <a:ext cx="4429500" cy="331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400140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6" name="圖片 5">
            <a:extLst>
              <a:ext uri="{FF2B5EF4-FFF2-40B4-BE49-F238E27FC236}">
                <a16:creationId xmlns:a16="http://schemas.microsoft.com/office/drawing/2014/main" id="{45DB8B3A-84D8-4587-8A13-EBBE66043FAB}"/>
              </a:ext>
            </a:extLst>
          </p:cNvPr>
          <p:cNvPicPr>
            <a:picLocks noChangeAspect="1"/>
          </p:cNvPicPr>
          <p:nvPr/>
        </p:nvPicPr>
        <p:blipFill>
          <a:blip r:embed="rId3"/>
          <a:stretch>
            <a:fillRect/>
          </a:stretch>
        </p:blipFill>
        <p:spPr>
          <a:xfrm>
            <a:off x="7011146" y="1348476"/>
            <a:ext cx="5180854" cy="2655653"/>
          </a:xfrm>
          <a:prstGeom prst="rect">
            <a:avLst/>
          </a:prstGeom>
        </p:spPr>
      </p:pic>
      <p:pic>
        <p:nvPicPr>
          <p:cNvPr id="3" name="圖片 2">
            <a:extLst>
              <a:ext uri="{FF2B5EF4-FFF2-40B4-BE49-F238E27FC236}">
                <a16:creationId xmlns:a16="http://schemas.microsoft.com/office/drawing/2014/main" id="{8461E316-D830-4729-8CEA-5AC9BDC14EB0}"/>
              </a:ext>
            </a:extLst>
          </p:cNvPr>
          <p:cNvPicPr>
            <a:picLocks noChangeAspect="1"/>
          </p:cNvPicPr>
          <p:nvPr/>
        </p:nvPicPr>
        <p:blipFill rotWithShape="1">
          <a:blip r:embed="rId4"/>
          <a:srcRect t="34754"/>
          <a:stretch/>
        </p:blipFill>
        <p:spPr>
          <a:xfrm>
            <a:off x="782898" y="2977382"/>
            <a:ext cx="6076675" cy="2917859"/>
          </a:xfrm>
          <a:prstGeom prst="rect">
            <a:avLst/>
          </a:prstGeom>
        </p:spPr>
      </p:pic>
      <p:sp>
        <p:nvSpPr>
          <p:cNvPr id="228" name="Google Shape;228;g3a5f09981bd_0_83"/>
          <p:cNvSpPr txBox="1">
            <a:spLocks noGrp="1"/>
          </p:cNvSpPr>
          <p:nvPr>
            <p:ph type="body" idx="1"/>
          </p:nvPr>
        </p:nvSpPr>
        <p:spPr>
          <a:xfrm>
            <a:off x="695400" y="1628800"/>
            <a:ext cx="10972800" cy="41373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r>
              <a:rPr lang="zh-TW" altLang="en-US" dirty="0"/>
              <a:t>數學→映射</a:t>
            </a:r>
            <a:endParaRPr lang="en-US" altLang="zh-TW" dirty="0"/>
          </a:p>
          <a:p>
            <a:pPr marL="0" lvl="0" indent="0" algn="l" rtl="0">
              <a:spcBef>
                <a:spcPts val="480"/>
              </a:spcBef>
              <a:spcAft>
                <a:spcPts val="0"/>
              </a:spcAft>
              <a:buNone/>
            </a:pPr>
            <a:r>
              <a:rPr lang="zh-TW" altLang="en-US" dirty="0"/>
              <a:t>類比</a:t>
            </a:r>
            <a:endParaRPr dirty="0"/>
          </a:p>
        </p:txBody>
      </p:sp>
      <p:sp>
        <p:nvSpPr>
          <p:cNvPr id="229" name="Google Shape;229;g3a5f09981bd_0_83"/>
          <p:cNvSpPr txBox="1">
            <a:spLocks noGrp="1"/>
          </p:cNvSpPr>
          <p:nvPr>
            <p:ph type="title"/>
          </p:nvPr>
        </p:nvSpPr>
        <p:spPr>
          <a:xfrm>
            <a:off x="609600" y="35665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altLang="en-US" dirty="0"/>
              <a:t>讀取可變電阻數值</a:t>
            </a:r>
            <a:endParaRPr dirty="0"/>
          </a:p>
        </p:txBody>
      </p:sp>
      <p:cxnSp>
        <p:nvCxnSpPr>
          <p:cNvPr id="232" name="Google Shape;232;g3a5f09981bd_0_83"/>
          <p:cNvCxnSpPr>
            <a:cxnSpLocks/>
          </p:cNvCxnSpPr>
          <p:nvPr/>
        </p:nvCxnSpPr>
        <p:spPr>
          <a:xfrm flipV="1">
            <a:off x="2438400" y="1825294"/>
            <a:ext cx="6318800" cy="203531"/>
          </a:xfrm>
          <a:prstGeom prst="straightConnector1">
            <a:avLst/>
          </a:prstGeom>
          <a:noFill/>
          <a:ln w="38100" cap="flat" cmpd="sng">
            <a:solidFill>
              <a:srgbClr val="FF0000"/>
            </a:solidFill>
            <a:prstDash val="solid"/>
            <a:round/>
            <a:headEnd type="none" w="med" len="med"/>
            <a:tailEnd type="stealth" w="med" len="med"/>
          </a:ln>
        </p:spPr>
      </p:cxnSp>
      <p:cxnSp>
        <p:nvCxnSpPr>
          <p:cNvPr id="234" name="Google Shape;234;g3a5f09981bd_0_83"/>
          <p:cNvCxnSpPr>
            <a:cxnSpLocks/>
          </p:cNvCxnSpPr>
          <p:nvPr/>
        </p:nvCxnSpPr>
        <p:spPr>
          <a:xfrm flipV="1">
            <a:off x="4784048" y="2251466"/>
            <a:ext cx="5236252" cy="1065205"/>
          </a:xfrm>
          <a:prstGeom prst="straightConnector1">
            <a:avLst/>
          </a:prstGeom>
          <a:noFill/>
          <a:ln w="38100" cap="flat" cmpd="sng">
            <a:solidFill>
              <a:srgbClr val="FF0000"/>
            </a:solidFill>
            <a:prstDash val="solid"/>
            <a:round/>
            <a:headEnd type="none" w="med" len="med"/>
            <a:tailEnd type="stealth" w="med" len="med"/>
          </a:ln>
        </p:spPr>
      </p:cxnSp>
    </p:spTree>
    <p:extLst>
      <p:ext uri="{BB962C8B-B14F-4D97-AF65-F5344CB8AC3E}">
        <p14:creationId xmlns:p14="http://schemas.microsoft.com/office/powerpoint/2010/main" val="1272136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a5f09981bd_0_117"/>
          <p:cNvSpPr txBox="1">
            <a:spLocks noGrp="1"/>
          </p:cNvSpPr>
          <p:nvPr>
            <p:ph type="title"/>
          </p:nvPr>
        </p:nvSpPr>
        <p:spPr>
          <a:xfrm>
            <a:off x="609600" y="27463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dirty="0"/>
              <a:t>伺服馬達</a:t>
            </a:r>
            <a:r>
              <a:rPr lang="zh-TW" altLang="en-US" dirty="0"/>
              <a:t>與可變電阻實作</a:t>
            </a:r>
            <a:r>
              <a:rPr lang="en-US" altLang="zh-TW" dirty="0"/>
              <a:t>1</a:t>
            </a:r>
            <a:endParaRPr dirty="0"/>
          </a:p>
        </p:txBody>
      </p:sp>
      <p:sp>
        <p:nvSpPr>
          <p:cNvPr id="3" name="文字版面配置區 2">
            <a:extLst>
              <a:ext uri="{FF2B5EF4-FFF2-40B4-BE49-F238E27FC236}">
                <a16:creationId xmlns:a16="http://schemas.microsoft.com/office/drawing/2014/main" id="{C0249AE4-6723-4BC9-9413-142700BC89B3}"/>
              </a:ext>
            </a:extLst>
          </p:cNvPr>
          <p:cNvSpPr>
            <a:spLocks noGrp="1"/>
          </p:cNvSpPr>
          <p:nvPr>
            <p:ph type="body" idx="1"/>
          </p:nvPr>
        </p:nvSpPr>
        <p:spPr/>
        <p:txBody>
          <a:bodyPr/>
          <a:lstStyle/>
          <a:p>
            <a:endParaRPr lang="zh-TW" altLang="en-US"/>
          </a:p>
        </p:txBody>
      </p:sp>
      <p:pic>
        <p:nvPicPr>
          <p:cNvPr id="5" name="圖片 4">
            <a:extLst>
              <a:ext uri="{FF2B5EF4-FFF2-40B4-BE49-F238E27FC236}">
                <a16:creationId xmlns:a16="http://schemas.microsoft.com/office/drawing/2014/main" id="{859C511E-E6A8-4AAD-9F69-3F702147FCCA}"/>
              </a:ext>
            </a:extLst>
          </p:cNvPr>
          <p:cNvPicPr>
            <a:picLocks noChangeAspect="1"/>
          </p:cNvPicPr>
          <p:nvPr/>
        </p:nvPicPr>
        <p:blipFill>
          <a:blip r:embed="rId3"/>
          <a:stretch>
            <a:fillRect/>
          </a:stretch>
        </p:blipFill>
        <p:spPr>
          <a:xfrm>
            <a:off x="609600" y="1600201"/>
            <a:ext cx="7804218" cy="269557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a5f09981bd_0_117"/>
          <p:cNvSpPr txBox="1">
            <a:spLocks noGrp="1"/>
          </p:cNvSpPr>
          <p:nvPr>
            <p:ph type="title"/>
          </p:nvPr>
        </p:nvSpPr>
        <p:spPr>
          <a:xfrm>
            <a:off x="609600" y="27463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dirty="0"/>
              <a:t>伺服馬達</a:t>
            </a:r>
            <a:r>
              <a:rPr lang="zh-TW" altLang="en-US" dirty="0"/>
              <a:t>與可變電阻實作</a:t>
            </a:r>
            <a:r>
              <a:rPr lang="en-US" altLang="zh-TW" dirty="0"/>
              <a:t>2</a:t>
            </a:r>
            <a:endParaRPr dirty="0"/>
          </a:p>
        </p:txBody>
      </p:sp>
      <p:sp>
        <p:nvSpPr>
          <p:cNvPr id="3" name="文字版面配置區 2">
            <a:extLst>
              <a:ext uri="{FF2B5EF4-FFF2-40B4-BE49-F238E27FC236}">
                <a16:creationId xmlns:a16="http://schemas.microsoft.com/office/drawing/2014/main" id="{C0249AE4-6723-4BC9-9413-142700BC89B3}"/>
              </a:ext>
            </a:extLst>
          </p:cNvPr>
          <p:cNvSpPr>
            <a:spLocks noGrp="1"/>
          </p:cNvSpPr>
          <p:nvPr>
            <p:ph type="body" idx="1"/>
          </p:nvPr>
        </p:nvSpPr>
        <p:spPr/>
        <p:txBody>
          <a:bodyPr/>
          <a:lstStyle/>
          <a:p>
            <a:endParaRPr lang="zh-TW" altLang="en-US" dirty="0"/>
          </a:p>
        </p:txBody>
      </p:sp>
      <p:pic>
        <p:nvPicPr>
          <p:cNvPr id="4" name="圖片 3">
            <a:extLst>
              <a:ext uri="{FF2B5EF4-FFF2-40B4-BE49-F238E27FC236}">
                <a16:creationId xmlns:a16="http://schemas.microsoft.com/office/drawing/2014/main" id="{DF479152-E838-496F-81DC-BA3465729FCD}"/>
              </a:ext>
            </a:extLst>
          </p:cNvPr>
          <p:cNvPicPr>
            <a:picLocks noChangeAspect="1"/>
          </p:cNvPicPr>
          <p:nvPr/>
        </p:nvPicPr>
        <p:blipFill>
          <a:blip r:embed="rId3"/>
          <a:stretch>
            <a:fillRect/>
          </a:stretch>
        </p:blipFill>
        <p:spPr>
          <a:xfrm>
            <a:off x="609600" y="1600201"/>
            <a:ext cx="5926842" cy="3657598"/>
          </a:xfrm>
          <a:prstGeom prst="rect">
            <a:avLst/>
          </a:prstGeom>
        </p:spPr>
      </p:pic>
    </p:spTree>
    <p:extLst>
      <p:ext uri="{BB962C8B-B14F-4D97-AF65-F5344CB8AC3E}">
        <p14:creationId xmlns:p14="http://schemas.microsoft.com/office/powerpoint/2010/main" val="929591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a5f09981bd_0_117"/>
          <p:cNvSpPr txBox="1">
            <a:spLocks noGrp="1"/>
          </p:cNvSpPr>
          <p:nvPr>
            <p:ph type="title"/>
          </p:nvPr>
        </p:nvSpPr>
        <p:spPr>
          <a:xfrm>
            <a:off x="609600" y="274639"/>
            <a:ext cx="10972800" cy="114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zh-TW" dirty="0"/>
              <a:t>伺服馬達</a:t>
            </a:r>
            <a:r>
              <a:rPr lang="zh-TW" altLang="en-US" dirty="0"/>
              <a:t>與可變電阻實作</a:t>
            </a:r>
            <a:r>
              <a:rPr lang="en-US" altLang="zh-TW" dirty="0"/>
              <a:t>3</a:t>
            </a:r>
            <a:endParaRPr dirty="0"/>
          </a:p>
        </p:txBody>
      </p:sp>
      <p:sp>
        <p:nvSpPr>
          <p:cNvPr id="3" name="文字版面配置區 2">
            <a:extLst>
              <a:ext uri="{FF2B5EF4-FFF2-40B4-BE49-F238E27FC236}">
                <a16:creationId xmlns:a16="http://schemas.microsoft.com/office/drawing/2014/main" id="{C0249AE4-6723-4BC9-9413-142700BC89B3}"/>
              </a:ext>
            </a:extLst>
          </p:cNvPr>
          <p:cNvSpPr>
            <a:spLocks noGrp="1"/>
          </p:cNvSpPr>
          <p:nvPr>
            <p:ph type="body" idx="1"/>
          </p:nvPr>
        </p:nvSpPr>
        <p:spPr/>
        <p:txBody>
          <a:bodyPr/>
          <a:lstStyle/>
          <a:p>
            <a:endParaRPr lang="zh-TW" altLang="en-US" dirty="0"/>
          </a:p>
        </p:txBody>
      </p:sp>
      <p:pic>
        <p:nvPicPr>
          <p:cNvPr id="5" name="圖片 4">
            <a:extLst>
              <a:ext uri="{FF2B5EF4-FFF2-40B4-BE49-F238E27FC236}">
                <a16:creationId xmlns:a16="http://schemas.microsoft.com/office/drawing/2014/main" id="{9E8DB63F-E4A4-4936-B62A-5C4148E2C345}"/>
              </a:ext>
            </a:extLst>
          </p:cNvPr>
          <p:cNvPicPr>
            <a:picLocks noChangeAspect="1"/>
          </p:cNvPicPr>
          <p:nvPr/>
        </p:nvPicPr>
        <p:blipFill>
          <a:blip r:embed="rId3"/>
          <a:stretch>
            <a:fillRect/>
          </a:stretch>
        </p:blipFill>
        <p:spPr>
          <a:xfrm>
            <a:off x="609600" y="1600200"/>
            <a:ext cx="6950814" cy="3581399"/>
          </a:xfrm>
          <a:prstGeom prst="rect">
            <a:avLst/>
          </a:prstGeom>
        </p:spPr>
      </p:pic>
    </p:spTree>
    <p:extLst>
      <p:ext uri="{BB962C8B-B14F-4D97-AF65-F5344CB8AC3E}">
        <p14:creationId xmlns:p14="http://schemas.microsoft.com/office/powerpoint/2010/main" val="3529889570"/>
      </p:ext>
    </p:extLst>
  </p:cSld>
  <p:clrMapOvr>
    <a:masterClrMapping/>
  </p:clrMapOvr>
</p:sld>
</file>

<file path=ppt/theme/theme1.xml><?xml version="1.0" encoding="utf-8"?>
<a:theme xmlns:a="http://schemas.openxmlformats.org/drawingml/2006/main" name="1_Office Theme">
  <a:themeElements>
    <a:clrScheme name="Mayas Theme Color">
      <a:dk1>
        <a:srgbClr val="5C5C5C"/>
      </a:dk1>
      <a:lt1>
        <a:srgbClr val="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TotalTime>
  <Words>1743</Words>
  <Application>Microsoft Office PowerPoint</Application>
  <PresentationFormat>寬螢幕</PresentationFormat>
  <Paragraphs>120</Paragraphs>
  <Slides>22</Slides>
  <Notes>19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22</vt:i4>
      </vt:variant>
    </vt:vector>
  </HeadingPairs>
  <TitlesOfParts>
    <vt:vector size="27" baseType="lpstr">
      <vt:lpstr>Inter</vt:lpstr>
      <vt:lpstr>Calibri</vt:lpstr>
      <vt:lpstr>Microsoft JhengHei</vt:lpstr>
      <vt:lpstr>Arial</vt:lpstr>
      <vt:lpstr>1_Office Theme</vt:lpstr>
      <vt:lpstr>伺服馬達與可變電阻實作</vt:lpstr>
      <vt:lpstr>大綱</vt:lpstr>
      <vt:lpstr>伺服馬達簡介與應用</vt:lpstr>
      <vt:lpstr>伺服馬達的分類</vt:lpstr>
      <vt:lpstr>伺服馬達的主要特性</vt:lpstr>
      <vt:lpstr>伺服馬達的應用領域 (Applications)</vt:lpstr>
      <vt:lpstr>伺服馬達的應用領域 (Applications)</vt:lpstr>
      <vt:lpstr>伺服馬達 vs. 步進馬達 (Servo vs. Stepper)</vt:lpstr>
      <vt:lpstr>脈衝寬度調變（Pulse Width Modulation, PWM）</vt:lpstr>
      <vt:lpstr>脈衝寬度調變（Pulse Width Modulation, PWM）</vt:lpstr>
      <vt:lpstr>可變電阻</vt:lpstr>
      <vt:lpstr>可變電阻器的工作原理</vt:lpstr>
      <vt:lpstr>可變電阻器的應用</vt:lpstr>
      <vt:lpstr>伺服馬達+可變電阻實作</vt:lpstr>
      <vt:lpstr>EZ Start Kit擴展版 腳位對照圖</vt:lpstr>
      <vt:lpstr>SG90 Servo伺服馬達控制</vt:lpstr>
      <vt:lpstr>EZ Start Kit擴展版_可變電阻</vt:lpstr>
      <vt:lpstr>EZ Start Kit擴展版 腳位對照圖</vt:lpstr>
      <vt:lpstr>讀取可變電阻數值</vt:lpstr>
      <vt:lpstr>伺服馬達與可變電阻實作1</vt:lpstr>
      <vt:lpstr>伺服馬達與可變電阻實作2</vt:lpstr>
      <vt:lpstr>伺服馬達與可變電阻實作3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紅外線接收器+繼電器+伺服馬達實作</dc:title>
  <dc:creator>user</dc:creator>
  <cp:lastModifiedBy>黃志燻</cp:lastModifiedBy>
  <cp:revision>14</cp:revision>
  <dcterms:created xsi:type="dcterms:W3CDTF">2024-11-07T07:09:09Z</dcterms:created>
  <dcterms:modified xsi:type="dcterms:W3CDTF">2026-10-14T15:17:24Z</dcterms:modified>
</cp:coreProperties>
</file>
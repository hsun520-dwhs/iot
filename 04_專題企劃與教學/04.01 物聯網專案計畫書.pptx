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Outfit"/>
      <p:regular r:id="rId15"/>
    </p:embeddedFont>
    <p:embeddedFont>
      <p:font typeface="Outfit"/>
      <p:regular r:id="rId16"/>
    </p:embeddedFont>
    <p:embeddedFont>
      <p:font typeface="Arimo"/>
      <p:regular r:id="rId17"/>
    </p:embeddedFont>
    <p:embeddedFont>
      <p:font typeface="Arimo"/>
      <p:regular r:id="rId18"/>
    </p:embeddedFont>
    <p:embeddedFont>
      <p:font typeface="Arimo"/>
      <p:regular r:id="rId19"/>
    </p:embeddedFont>
    <p:embeddedFont>
      <p:font typeface="Arim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054900"/>
            <a:ext cx="7415927" cy="106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物聯網專案計畫書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864037" y="3489841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本計畫書旨在詳細闡述一個通用物聯網專案的各個方面。從專案概述到風險評估，我們將全面介紹專案的背景、需求分析、系統設計、技術實現、開發計劃、測試驗證、預算規劃以及專案管理等關鍵環節。本文檔將為專案團隊提供清晰的指導，確保專案的順利進行和成功實施。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5761196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57" y="5768816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2316" y="5742742"/>
            <a:ext cx="1457563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by 志燻 黃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00538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專案概述與背景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78916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專案概述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421743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專案名稱、負責人、團隊成員和指導老師將在此列出。專案簡介將簡要描述目標和主要功能，預期成果則具體闡述專案完成後將實現的效果或功能。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78916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專案背景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421743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描述目前存在的問題或挑戰，如家庭安全、節能等，以及現有解決方案的不足。同時說明進行此專案的動機，包括市場需求、技術挑戰或個人興趣。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408860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需求分析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5508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9538" y="5600581"/>
            <a:ext cx="14442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666280" y="550806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功能需求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66280" y="6041946"/>
            <a:ext cx="333398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列出專案需要實現的功能，例如設備控制、數據收集、遠端管理等。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7084" y="5508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8058" y="5600581"/>
            <a:ext cx="21336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049328" y="550806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非功能需求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049328" y="6041946"/>
            <a:ext cx="333398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包括系統效能、可靠性、安全性等要求。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9630132" y="5508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02416" y="5600581"/>
            <a:ext cx="21074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0432375" y="550806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使用者需求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32375" y="6041946"/>
            <a:ext cx="333398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描述預期用戶群體及其需求，如家庭使用者、企業管理者等。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768191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系統設計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1219081" y="1910001"/>
            <a:ext cx="30480" cy="5551408"/>
          </a:xfrm>
          <a:prstGeom prst="roundRect">
            <a:avLst>
              <a:gd name="adj" fmla="val 340200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1481554" y="245006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956608" y="21876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2110" y="2280166"/>
            <a:ext cx="14442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2592110" y="21568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系統架構圖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92110" y="2690693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包括感測器、控制器、伺服器和用戶端的交互方式。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481554" y="4119443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956608" y="385703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7581" y="3949541"/>
            <a:ext cx="21336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2592110" y="382619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功能模塊劃分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92110" y="4360069"/>
            <a:ext cx="5687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列出系統中主要的功能模塊（如數據收集模塊、數據處理模塊、控制模塊等）及其相互關係。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481554" y="618386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956608" y="59214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28891" y="6013966"/>
            <a:ext cx="21074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2592110" y="58906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數據流與控制流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2592110" y="6424493"/>
            <a:ext cx="5687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描述數據的收集、處理和使用流程，以及用戶對系統的控制流程。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7684" y="792956"/>
            <a:ext cx="5366385" cy="670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技術實現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37684" y="1785580"/>
            <a:ext cx="7641431" cy="1251823"/>
          </a:xfrm>
          <a:prstGeom prst="roundRect">
            <a:avLst>
              <a:gd name="adj" fmla="val 720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9855" y="2007751"/>
            <a:ext cx="2683193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硬體選型與設計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59855" y="2471857"/>
            <a:ext cx="7197090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列出所選用的感測器、控制器及其他硬體設備，並說明其選擇原因。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37684" y="3251954"/>
            <a:ext cx="7641431" cy="1251823"/>
          </a:xfrm>
          <a:prstGeom prst="roundRect">
            <a:avLst>
              <a:gd name="adj" fmla="val 720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9855" y="3474125"/>
            <a:ext cx="2683193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軟體架構與設計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59855" y="3938230"/>
            <a:ext cx="7197090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描述軟體的層次結構，如用戶端、伺服器端和資料庫的設計與實現方案。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7684" y="4718328"/>
            <a:ext cx="7641431" cy="1251823"/>
          </a:xfrm>
          <a:prstGeom prst="roundRect">
            <a:avLst>
              <a:gd name="adj" fmla="val 720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59855" y="4940498"/>
            <a:ext cx="2683193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通信協議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59855" y="5404604"/>
            <a:ext cx="7197090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描述系統中使用的通信協議（如MQTT、HTTP、Zigbee等）及其選擇原因。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37684" y="6184702"/>
            <a:ext cx="7641431" cy="1251823"/>
          </a:xfrm>
          <a:prstGeom prst="roundRect">
            <a:avLst>
              <a:gd name="adj" fmla="val 720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59855" y="6406872"/>
            <a:ext cx="2683193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安全性設計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59855" y="6870978"/>
            <a:ext cx="7197090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描述數據傳輸和存儲中的安全措施，如加密、身份驗證等。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296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262" y="3504843"/>
            <a:ext cx="5459373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開發計劃與測試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62" y="4514731"/>
            <a:ext cx="3275409" cy="8734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2623" y="5715714"/>
            <a:ext cx="2729627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時間安排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982623" y="6187916"/>
            <a:ext cx="283868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制定詳細的開發進度表，包括需求分析、設計、開發、測試和部署的時間節點。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672" y="4514731"/>
            <a:ext cx="3275528" cy="8734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58032" y="5715714"/>
            <a:ext cx="2729627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人力資源配置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4258032" y="6187916"/>
            <a:ext cx="2838807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分配各成員的工作內容和責任。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514731"/>
            <a:ext cx="3275409" cy="8734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33561" y="5715714"/>
            <a:ext cx="2729627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資源需求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33561" y="6187916"/>
            <a:ext cx="283868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列出專案所需的軟硬體設備、開發工具和外部資源（如雲服務）。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0609" y="4514731"/>
            <a:ext cx="3275528" cy="87344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08970" y="5715714"/>
            <a:ext cx="2729627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測試與驗證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10808970" y="6187916"/>
            <a:ext cx="2838807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描述測試策略、測試項目和測試用例，以及如何驗證專案是否達到了預期目標和需求。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07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2248" y="3677126"/>
            <a:ext cx="6016109" cy="75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900"/>
              </a:lnSpc>
              <a:buNone/>
            </a:pPr>
            <a:r>
              <a:rPr lang="en-US" sz="47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預算規劃</a:t>
            </a:r>
            <a:endParaRPr lang="en-US" sz="4700" dirty="0"/>
          </a:p>
        </p:txBody>
      </p:sp>
      <p:sp>
        <p:nvSpPr>
          <p:cNvPr id="4" name="Shape 1"/>
          <p:cNvSpPr/>
          <p:nvPr/>
        </p:nvSpPr>
        <p:spPr>
          <a:xfrm>
            <a:off x="842248" y="4790003"/>
            <a:ext cx="12945904" cy="2770346"/>
          </a:xfrm>
          <a:prstGeom prst="roundRect">
            <a:avLst>
              <a:gd name="adj" fmla="val 364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9868" y="4797623"/>
            <a:ext cx="12930664" cy="6887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0493" y="4949547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項目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59635" y="4949547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預算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49868" y="5486400"/>
            <a:ext cx="12930664" cy="6887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90493" y="5638324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硬體成本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559635" y="5638324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感測器、控制器等硬體設備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49868" y="6175177"/>
            <a:ext cx="12930664" cy="6887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0493" y="6327100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軟體成本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559635" y="6327100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開發工具、雲服務、伺服器等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849868" y="6863953"/>
            <a:ext cx="12930664" cy="6887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90493" y="7015877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其他費用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559635" y="7015877"/>
            <a:ext cx="5980271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場地租賃、推廣和宣傳費用等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6964" y="711160"/>
            <a:ext cx="5004197" cy="62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風險評估與專案管理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964" y="1636752"/>
            <a:ext cx="500420" cy="5004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6964" y="2337316"/>
            <a:ext cx="250209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風險評估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186964" y="2770108"/>
            <a:ext cx="7742873" cy="6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列出可能影響專案的風險，如技術難點、時間不足、人力資源限制等，並針對每個風險提供解決方案或預防措施。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964" y="4010858"/>
            <a:ext cx="500420" cy="5004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6964" y="4711422"/>
            <a:ext cx="250209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專案管理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186964" y="5144214"/>
            <a:ext cx="774287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描述專案管理的模式（如敏捷開發、瀑布模型等），確保專案的順利進行。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964" y="6064806"/>
            <a:ext cx="500420" cy="5004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6964" y="6765369"/>
            <a:ext cx="250209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維護計劃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186964" y="7198162"/>
            <a:ext cx="774287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制定系統維護和升級的方案，包括漏洞修復和功能擴展，確保系統的長期穩定運行。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2024-09-24T06:53:21Z</dcterms:created>
  <dcterms:modified xsi:type="dcterms:W3CDTF">2024-09-24T06:53:21Z</dcterms:modified>
</cp:coreProperties>
</file>
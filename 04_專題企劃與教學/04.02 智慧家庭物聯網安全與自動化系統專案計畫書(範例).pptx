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Spline Sans"/>
      <p:regular r:id="rId15"/>
    </p:embeddedFont>
    <p:embeddedFont>
      <p:font typeface="Spline Sans"/>
      <p:regular r:id="rId16"/>
    </p:embeddedFont>
    <p:embeddedFont>
      <p:font typeface="Barlow"/>
      <p:regular r:id="rId17"/>
    </p:embeddedFont>
    <p:embeddedFont>
      <p:font typeface="Barlow"/>
      <p:regular r:id="rId18"/>
    </p:embeddedFont>
    <p:embeddedFont>
      <p:font typeface="Barlow"/>
      <p:regular r:id="rId19"/>
    </p:embeddedFont>
    <p:embeddedFont>
      <p:font typeface="Barlow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772716"/>
            <a:ext cx="7415927" cy="283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50"/>
              </a:lnSpc>
              <a:buNone/>
            </a:pPr>
            <a:r>
              <a:rPr lang="en-US" sz="5950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智慧家庭物聯網安全與自動化系統專案計畫書(範例)</a:t>
            </a:r>
            <a:endParaRPr lang="en-US" sz="5950" dirty="0"/>
          </a:p>
        </p:txBody>
      </p:sp>
      <p:sp>
        <p:nvSpPr>
          <p:cNvPr id="4" name="Text 1"/>
          <p:cNvSpPr/>
          <p:nvPr/>
        </p:nvSpPr>
        <p:spPr>
          <a:xfrm>
            <a:off x="6350437" y="3981926"/>
            <a:ext cx="7415927" cy="2765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本專案旨在開發一個智慧家庭物聯網系統，整合家庭安防、環境監測和家電控制三大功能模塊。通過智能感測器和家電控制模組，用戶可以遠端監控家庭狀態並自動控制家電設備，提高家庭安全性與生活便利性。專案由陳小華負責，團隊成員包括李大為、王麗君和張曉峰，在張教授的指導下進行。預期成果是開發一個智慧家庭管理平台，包括多種感測器、家電控制模組、中央伺服器及手機應用程式，實現家庭安全與自動化管理。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350437" y="7043380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057" y="7051000"/>
            <a:ext cx="379690" cy="3796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68716" y="7024926"/>
            <a:ext cx="1372791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by 志燻 黃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1356" y="2069782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專案背景與動機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1321356" y="337268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現有問題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1321356" y="3962400"/>
            <a:ext cx="5692735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現代家庭中，安全性和便利性是居民非常關心的問題。傳統家庭安防系統無法提供實時的安全保障，家電管理則缺乏智能化、個性化和遠程控制功能。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337268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專案動機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7623929" y="3962400"/>
            <a:ext cx="5692735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物聯網技術可以提升家庭安防系統的實時性和精確性，通過感測器網絡和家電自動化控制模組，能夠即時獲取家庭環境資訊，並在異常情況下即時通知用戶。此外，家電智能化和自動化控制也能大幅提升生活便利性。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304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1356" y="3209687"/>
            <a:ext cx="4676418" cy="584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功能需求分析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1321356" y="4346615"/>
            <a:ext cx="473393" cy="473393"/>
          </a:xfrm>
          <a:prstGeom prst="roundRect">
            <a:avLst>
              <a:gd name="adj" fmla="val 66680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97330" y="4442936"/>
            <a:ext cx="121325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005132" y="4346615"/>
            <a:ext cx="2338149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安全監控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005132" y="4765119"/>
            <a:ext cx="5204936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當門窗被異常打開時，觸發警報並通知用戶。煙霧感測器檢測到煙霧時，觸發警報並啟動排氣裝置。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20451" y="4346615"/>
            <a:ext cx="473393" cy="473393"/>
          </a:xfrm>
          <a:prstGeom prst="roundRect">
            <a:avLst>
              <a:gd name="adj" fmla="val 66680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79162" y="4442936"/>
            <a:ext cx="155972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104227" y="4346615"/>
            <a:ext cx="2338149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環境監測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104227" y="4765119"/>
            <a:ext cx="5204936" cy="100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實時監測室內溫度、濕度，並在溫度過高或過低時通知用戶或自動調節空調。CO2濃度感測器監測空氣品質，在濃度過高時通知用戶並啟動空氣淨化器。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1321356" y="6221968"/>
            <a:ext cx="473393" cy="473393"/>
          </a:xfrm>
          <a:prstGeom prst="roundRect">
            <a:avLst>
              <a:gd name="adj" fmla="val 66680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75899" y="6318290"/>
            <a:ext cx="164306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005132" y="6221968"/>
            <a:ext cx="2338149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家電控制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005132" y="6640473"/>
            <a:ext cx="5204936" cy="100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用戶可通過手機應用遠程控制燈光、空調、智能插座等設備。根據時間和環境自動調節燈光亮度和空調運行模式。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7420451" y="6221968"/>
            <a:ext cx="473393" cy="473393"/>
          </a:xfrm>
          <a:prstGeom prst="roundRect">
            <a:avLst>
              <a:gd name="adj" fmla="val 66680"/>
            </a:avLst>
          </a:prstGeom>
          <a:solidFill>
            <a:srgbClr val="0A081B"/>
          </a:solidFill>
          <a:ln w="22860">
            <a:solidFill>
              <a:srgbClr val="09123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77852" y="6318290"/>
            <a:ext cx="158591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104227" y="6221968"/>
            <a:ext cx="2338149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場景模式設置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104227" y="6640473"/>
            <a:ext cx="5204936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可設置"回家"、"離家"、"睡眠"等場景模式，實現多個家電設備的聯動控制。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931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1356" y="3163610"/>
            <a:ext cx="5071110" cy="576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非功能需求與使用者需求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1321356" y="4050983"/>
            <a:ext cx="5890141" cy="1536740"/>
          </a:xfrm>
          <a:prstGeom prst="roundRect">
            <a:avLst>
              <a:gd name="adj" fmla="val 20250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51623" y="4281249"/>
            <a:ext cx="2305050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系統穩定性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551623" y="4693801"/>
            <a:ext cx="5429607" cy="331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確保長期穩定運行，避免感測器或伺服器出現故障。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418903" y="4050983"/>
            <a:ext cx="5890141" cy="1536740"/>
          </a:xfrm>
          <a:prstGeom prst="roundRect">
            <a:avLst>
              <a:gd name="adj" fmla="val 20250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49170" y="4281249"/>
            <a:ext cx="2305050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安全性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649170" y="4693801"/>
            <a:ext cx="5429607" cy="663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系統需具備高度的數據加密與用戶認證機制，確保家庭隱私不被洩漏。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321356" y="5795129"/>
            <a:ext cx="5890141" cy="1868567"/>
          </a:xfrm>
          <a:prstGeom prst="roundRect">
            <a:avLst>
              <a:gd name="adj" fmla="val 16654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51623" y="6025396"/>
            <a:ext cx="2305050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易用性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51623" y="6437948"/>
            <a:ext cx="5429607" cy="663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用戶界面簡單直觀，便於家庭成員（尤其是老人和小孩）使用。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418903" y="5795129"/>
            <a:ext cx="5890141" cy="1868567"/>
          </a:xfrm>
          <a:prstGeom prst="roundRect">
            <a:avLst>
              <a:gd name="adj" fmla="val 16654"/>
            </a:avLst>
          </a:prstGeom>
          <a:solidFill>
            <a:srgbClr val="0A081B"/>
          </a:solidFill>
          <a:ln w="22860">
            <a:solidFill>
              <a:srgbClr val="09123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49170" y="6025396"/>
            <a:ext cx="2305050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使用者需求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649170" y="6437948"/>
            <a:ext cx="5429607" cy="995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居家成員可以通過手機應用查看家庭環境數據和安全狀態，並遠程控制家電設備。使用者可以設置個性化場景模式，如回家自動開燈、離家自動關閉所有家電等。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9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4983" y="640318"/>
            <a:ext cx="5174933" cy="646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系統架構設計</a:t>
            </a:r>
            <a:endParaRPr lang="en-US" sz="40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983" y="1636276"/>
            <a:ext cx="1164312" cy="20462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328505" y="1869043"/>
            <a:ext cx="2587466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感測器與控制器網絡層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2328505" y="2332077"/>
            <a:ext cx="6000512" cy="111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負責收集家庭環境數據和控制家電設備，包括門窗感測器、紅外感測器、煙霧感測器、溫濕度感測器、CO2感測器等。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83" y="3682484"/>
            <a:ext cx="1164312" cy="186297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328505" y="3915251"/>
            <a:ext cx="2587466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數據處理與儲存層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2328505" y="4378285"/>
            <a:ext cx="6000512" cy="745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雲端伺服器進行數據處理和分析，根據條件發送控制指令。使用Node.js和MongoDB進行數據處理和儲存。</a:t>
            </a:r>
            <a:endParaRPr lang="en-US" sz="18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983" y="5545455"/>
            <a:ext cx="1164312" cy="20462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328505" y="5778222"/>
            <a:ext cx="2587466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應用層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2328505" y="6241256"/>
            <a:ext cx="6000512" cy="111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提供用戶端交互界面，包括手機應用程式展示家庭狀態，提供遠程控制和場景模式設置功能。使用Flutter開發，實現跨平台功能。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4712" y="1147882"/>
            <a:ext cx="4941808" cy="61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技術實現細節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264712" y="2099072"/>
            <a:ext cx="7587377" cy="4982528"/>
          </a:xfrm>
          <a:prstGeom prst="roundRect">
            <a:avLst>
              <a:gd name="adj" fmla="val 669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72332" y="2106692"/>
            <a:ext cx="7572137" cy="13492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494621" y="2247662"/>
            <a:ext cx="3337679" cy="355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感測器選擇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84500" y="2247662"/>
            <a:ext cx="3337679" cy="1067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MQ-2（煙霧感測器）、DHT22（溫濕度感測器）、PIR紅外感測器、門窗磁簧開關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72332" y="3455908"/>
            <a:ext cx="7572137" cy="9934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94621" y="3596878"/>
            <a:ext cx="3337679" cy="355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控制模組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284500" y="3596878"/>
            <a:ext cx="3337679" cy="71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ESP8266（Wi-Fi模組）、Zigbee網關模組、繼電器控制模組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72332" y="4449366"/>
            <a:ext cx="7572137" cy="63769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494621" y="4590336"/>
            <a:ext cx="3337679" cy="355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其他硬體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284500" y="4590336"/>
            <a:ext cx="3337679" cy="355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智能插座、燈光調節器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6272332" y="5087064"/>
            <a:ext cx="7572137" cy="13492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494621" y="5228034"/>
            <a:ext cx="3337679" cy="355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通信協議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10284500" y="5228034"/>
            <a:ext cx="3337679" cy="1067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Zigbee（感測器與控制模塊）、MQTT（感測器網絡與伺服器）、HTTPS（伺服器與用戶端）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6272332" y="6436281"/>
            <a:ext cx="7572137" cy="63769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494621" y="6577251"/>
            <a:ext cx="3337679" cy="355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安全性設計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10284500" y="6577251"/>
            <a:ext cx="3337679" cy="355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AES加密、用戶認證與訪問控制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7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678894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開發計劃時間安排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705481" y="1734979"/>
            <a:ext cx="30480" cy="5817870"/>
          </a:xfrm>
          <a:prstGeom prst="roundRect">
            <a:avLst>
              <a:gd name="adj" fmla="val 1215000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967954" y="2275046"/>
            <a:ext cx="864037" cy="30480"/>
          </a:xfrm>
          <a:prstGeom prst="roundRect">
            <a:avLst>
              <a:gd name="adj" fmla="val 1215000"/>
            </a:avLst>
          </a:prstGeom>
          <a:solidFill>
            <a:srgbClr val="16FFBB"/>
          </a:solidFill>
          <a:ln/>
        </p:spPr>
      </p:sp>
      <p:sp>
        <p:nvSpPr>
          <p:cNvPr id="6" name="Shape 3"/>
          <p:cNvSpPr/>
          <p:nvPr/>
        </p:nvSpPr>
        <p:spPr>
          <a:xfrm>
            <a:off x="6443008" y="2012633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49462" y="2125742"/>
            <a:ext cx="14239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8078510" y="198179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需求分析與系統設計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8078510" y="2472809"/>
            <a:ext cx="56878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第1-5周：進行需求分析（2周）和系統設計（3周），確定系統架構和功能模塊。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967954" y="4296608"/>
            <a:ext cx="864037" cy="30480"/>
          </a:xfrm>
          <a:prstGeom prst="roundRect">
            <a:avLst>
              <a:gd name="adj" fmla="val 1215000"/>
            </a:avLst>
          </a:prstGeom>
          <a:solidFill>
            <a:srgbClr val="29DDDA"/>
          </a:solidFill>
          <a:ln/>
        </p:spPr>
      </p:sp>
      <p:sp>
        <p:nvSpPr>
          <p:cNvPr id="11" name="Shape 8"/>
          <p:cNvSpPr/>
          <p:nvPr/>
        </p:nvSpPr>
        <p:spPr>
          <a:xfrm>
            <a:off x="6443008" y="4034195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29221" y="4147304"/>
            <a:ext cx="18299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2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8078510" y="400335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硬體與軟體開發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8078510" y="4494371"/>
            <a:ext cx="56878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第6-14周：進行硬體開發與測試（4周），同時進行軟體開發與測試（5周）。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6967954" y="6318171"/>
            <a:ext cx="864037" cy="30480"/>
          </a:xfrm>
          <a:prstGeom prst="roundRect">
            <a:avLst>
              <a:gd name="adj" fmla="val 1215000"/>
            </a:avLst>
          </a:prstGeom>
          <a:solidFill>
            <a:srgbClr val="37A7E7"/>
          </a:solidFill>
          <a:ln/>
        </p:spPr>
      </p:sp>
      <p:sp>
        <p:nvSpPr>
          <p:cNvPr id="16" name="Shape 13"/>
          <p:cNvSpPr/>
          <p:nvPr/>
        </p:nvSpPr>
        <p:spPr>
          <a:xfrm>
            <a:off x="6443008" y="6055757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24340" y="6168866"/>
            <a:ext cx="192762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3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8078510" y="602492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集成與測試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8078510" y="6515933"/>
            <a:ext cx="56878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第15-19周：進行系統集成與部署（2周），最後進行系統測試與優化（3周）。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09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267" y="480298"/>
            <a:ext cx="3881199" cy="485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F0FC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人力資源配置</a:t>
            </a:r>
            <a:endParaRPr lang="en-US" sz="30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67" y="1227415"/>
            <a:ext cx="436602" cy="4366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1267" y="1838563"/>
            <a:ext cx="1940600" cy="242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陳小華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11267" y="2185868"/>
            <a:ext cx="7921466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負責系統架構設計與硬體開發，確保整個系統的結構合理性和硬體功能的實現。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67" y="2989183"/>
            <a:ext cx="436602" cy="43660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1267" y="3600331"/>
            <a:ext cx="1940600" cy="242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李大為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611267" y="3947636"/>
            <a:ext cx="7921466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負責伺服器端開發與數據處理，確保數據的安全存儲和高效處理。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67" y="4750951"/>
            <a:ext cx="436602" cy="43660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1267" y="5362099"/>
            <a:ext cx="1940600" cy="242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王麗君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611267" y="5709404"/>
            <a:ext cx="7921466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負責用戶端應用開發與界面設計，確保應用的易用性和美觀性。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67" y="6512719"/>
            <a:ext cx="436602" cy="43660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11267" y="7123867"/>
            <a:ext cx="1940600" cy="242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張曉峰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611267" y="7471172"/>
            <a:ext cx="7921466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負責感測器安裝與測試，確保各種感測器的準確性和穩定性。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2024-09-24T07:00:46Z</dcterms:created>
  <dcterms:modified xsi:type="dcterms:W3CDTF">2024-09-24T07:00:46Z</dcterms:modified>
</cp:coreProperties>
</file>